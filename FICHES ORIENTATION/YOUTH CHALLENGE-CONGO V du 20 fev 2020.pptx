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9" r:id="rId4"/>
    <p:sldId id="263" r:id="rId5"/>
    <p:sldId id="258" r:id="rId6"/>
    <p:sldId id="262" r:id="rId7"/>
    <p:sldId id="264" r:id="rId8"/>
    <p:sldId id="266" r:id="rId9"/>
    <p:sldId id="260" r:id="rId10"/>
    <p:sldId id="261" r:id="rId11"/>
    <p:sldId id="270" r:id="rId12"/>
  </p:sldIdLst>
  <p:sldSz cx="12192000" cy="68580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E33"/>
    <a:srgbClr val="EB6E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0B9043-70ED-461D-8965-78AE0E30AA7E}" v="29" dt="2020-02-20T01:03:34.3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varScale="1">
        <p:scale>
          <a:sx n="140" d="100"/>
          <a:sy n="140" d="100"/>
        </p:scale>
        <p:origin x="120" y="5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 Junior Niyonkuru" userId="bf37ad57-adb8-4656-a154-b4f1eed3c441" providerId="ADAL" clId="{73A607F1-FBE9-48CE-B54E-5643F8731412}"/>
    <pc:docChg chg="custSel addSld delSld modSld">
      <pc:chgData name="Jean Junior Niyonkuru" userId="bf37ad57-adb8-4656-a154-b4f1eed3c441" providerId="ADAL" clId="{73A607F1-FBE9-48CE-B54E-5643F8731412}" dt="2020-02-20T01:03:34.361" v="28" actId="2696"/>
      <pc:docMkLst>
        <pc:docMk/>
      </pc:docMkLst>
      <pc:sldChg chg="addSp delSp modSp">
        <pc:chgData name="Jean Junior Niyonkuru" userId="bf37ad57-adb8-4656-a154-b4f1eed3c441" providerId="ADAL" clId="{73A607F1-FBE9-48CE-B54E-5643F8731412}" dt="2020-02-20T01:01:12.659" v="11" actId="20577"/>
        <pc:sldMkLst>
          <pc:docMk/>
          <pc:sldMk cId="554928608" sldId="260"/>
        </pc:sldMkLst>
        <pc:spChg chg="mod">
          <ac:chgData name="Jean Junior Niyonkuru" userId="bf37ad57-adb8-4656-a154-b4f1eed3c441" providerId="ADAL" clId="{73A607F1-FBE9-48CE-B54E-5643F8731412}" dt="2020-02-20T00:59:50.500" v="6" actId="20577"/>
          <ac:spMkLst>
            <pc:docMk/>
            <pc:sldMk cId="554928608" sldId="260"/>
            <ac:spMk id="2" creationId="{8B00CFF2-3D36-4335-91D3-D7F799179A52}"/>
          </ac:spMkLst>
        </pc:spChg>
        <pc:spChg chg="del">
          <ac:chgData name="Jean Junior Niyonkuru" userId="bf37ad57-adb8-4656-a154-b4f1eed3c441" providerId="ADAL" clId="{73A607F1-FBE9-48CE-B54E-5643F8731412}" dt="2020-02-20T01:01:02.415" v="7" actId="478"/>
          <ac:spMkLst>
            <pc:docMk/>
            <pc:sldMk cId="554928608" sldId="260"/>
            <ac:spMk id="3" creationId="{A06F2253-399B-4731-A8FE-9D98D52137CD}"/>
          </ac:spMkLst>
        </pc:spChg>
        <pc:spChg chg="add del mod">
          <ac:chgData name="Jean Junior Niyonkuru" userId="bf37ad57-adb8-4656-a154-b4f1eed3c441" providerId="ADAL" clId="{73A607F1-FBE9-48CE-B54E-5643F8731412}" dt="2020-02-20T01:01:06.550" v="8" actId="478"/>
          <ac:spMkLst>
            <pc:docMk/>
            <pc:sldMk cId="554928608" sldId="260"/>
            <ac:spMk id="5" creationId="{60646CF5-D53C-4F98-9D03-D12541B1A742}"/>
          </ac:spMkLst>
        </pc:spChg>
        <pc:spChg chg="add mod">
          <ac:chgData name="Jean Junior Niyonkuru" userId="bf37ad57-adb8-4656-a154-b4f1eed3c441" providerId="ADAL" clId="{73A607F1-FBE9-48CE-B54E-5643F8731412}" dt="2020-02-20T01:01:12.659" v="11" actId="20577"/>
          <ac:spMkLst>
            <pc:docMk/>
            <pc:sldMk cId="554928608" sldId="260"/>
            <ac:spMk id="9" creationId="{AEB1885C-8E91-407E-A1DB-6A4BC306B7D4}"/>
          </ac:spMkLst>
        </pc:spChg>
      </pc:sldChg>
      <pc:sldChg chg="modSp">
        <pc:chgData name="Jean Junior Niyonkuru" userId="bf37ad57-adb8-4656-a154-b4f1eed3c441" providerId="ADAL" clId="{73A607F1-FBE9-48CE-B54E-5643F8731412}" dt="2020-02-20T01:02:27.015" v="27" actId="6549"/>
        <pc:sldMkLst>
          <pc:docMk/>
          <pc:sldMk cId="3222679823" sldId="264"/>
        </pc:sldMkLst>
        <pc:spChg chg="mod">
          <ac:chgData name="Jean Junior Niyonkuru" userId="bf37ad57-adb8-4656-a154-b4f1eed3c441" providerId="ADAL" clId="{73A607F1-FBE9-48CE-B54E-5643F8731412}" dt="2020-02-20T01:02:27.015" v="27" actId="6549"/>
          <ac:spMkLst>
            <pc:docMk/>
            <pc:sldMk cId="3222679823" sldId="264"/>
            <ac:spMk id="3" creationId="{C2B3AED4-DADB-479D-B7ED-039E4686D758}"/>
          </ac:spMkLst>
        </pc:spChg>
      </pc:sldChg>
      <pc:sldChg chg="del">
        <pc:chgData name="Jean Junior Niyonkuru" userId="bf37ad57-adb8-4656-a154-b4f1eed3c441" providerId="ADAL" clId="{73A607F1-FBE9-48CE-B54E-5643F8731412}" dt="2020-02-20T01:03:34.361" v="28" actId="2696"/>
        <pc:sldMkLst>
          <pc:docMk/>
          <pc:sldMk cId="770951883" sldId="265"/>
        </pc:sldMkLst>
      </pc:sldChg>
      <pc:sldChg chg="del">
        <pc:chgData name="Jean Junior Niyonkuru" userId="bf37ad57-adb8-4656-a154-b4f1eed3c441" providerId="ADAL" clId="{73A607F1-FBE9-48CE-B54E-5643F8731412}" dt="2020-02-20T00:59:08.571" v="2" actId="2696"/>
        <pc:sldMkLst>
          <pc:docMk/>
          <pc:sldMk cId="3796670176" sldId="267"/>
        </pc:sldMkLst>
      </pc:sldChg>
      <pc:sldChg chg="del">
        <pc:chgData name="Jean Junior Niyonkuru" userId="bf37ad57-adb8-4656-a154-b4f1eed3c441" providerId="ADAL" clId="{73A607F1-FBE9-48CE-B54E-5643F8731412}" dt="2020-02-20T00:58:55.717" v="1" actId="2696"/>
        <pc:sldMkLst>
          <pc:docMk/>
          <pc:sldMk cId="1594979799" sldId="268"/>
        </pc:sldMkLst>
      </pc:sldChg>
      <pc:sldChg chg="add">
        <pc:chgData name="Jean Junior Niyonkuru" userId="bf37ad57-adb8-4656-a154-b4f1eed3c441" providerId="ADAL" clId="{73A607F1-FBE9-48CE-B54E-5643F8731412}" dt="2020-02-20T00:58:53.432" v="0"/>
        <pc:sldMkLst>
          <pc:docMk/>
          <pc:sldMk cId="3962942808" sldId="270"/>
        </pc:sldMkLst>
      </pc:sldChg>
    </pc:docChg>
  </pc:docChgLst>
  <pc:docChgLst>
    <pc:chgData name="Jean Junior Niyonkuru" userId="bf37ad57-adb8-4656-a154-b4f1eed3c441" providerId="ADAL" clId="{330B9043-70ED-461D-8965-78AE0E30AA7E}"/>
    <pc:docChg chg="custSel modSld">
      <pc:chgData name="Jean Junior Niyonkuru" userId="bf37ad57-adb8-4656-a154-b4f1eed3c441" providerId="ADAL" clId="{330B9043-70ED-461D-8965-78AE0E30AA7E}" dt="2020-02-20T08:31:49.633" v="86" actId="20577"/>
      <pc:docMkLst>
        <pc:docMk/>
      </pc:docMkLst>
      <pc:sldChg chg="modSp">
        <pc:chgData name="Jean Junior Niyonkuru" userId="bf37ad57-adb8-4656-a154-b4f1eed3c441" providerId="ADAL" clId="{330B9043-70ED-461D-8965-78AE0E30AA7E}" dt="2020-02-20T08:06:07.280" v="2" actId="20577"/>
        <pc:sldMkLst>
          <pc:docMk/>
          <pc:sldMk cId="3059426270" sldId="256"/>
        </pc:sldMkLst>
        <pc:spChg chg="mod">
          <ac:chgData name="Jean Junior Niyonkuru" userId="bf37ad57-adb8-4656-a154-b4f1eed3c441" providerId="ADAL" clId="{330B9043-70ED-461D-8965-78AE0E30AA7E}" dt="2020-02-20T08:06:07.280" v="2" actId="20577"/>
          <ac:spMkLst>
            <pc:docMk/>
            <pc:sldMk cId="3059426270" sldId="256"/>
            <ac:spMk id="3" creationId="{23E9A7A5-0EF7-4182-9F39-FD7BA16469DF}"/>
          </ac:spMkLst>
        </pc:spChg>
      </pc:sldChg>
      <pc:sldChg chg="modSp">
        <pc:chgData name="Jean Junior Niyonkuru" userId="bf37ad57-adb8-4656-a154-b4f1eed3c441" providerId="ADAL" clId="{330B9043-70ED-461D-8965-78AE0E30AA7E}" dt="2020-02-20T08:16:30.789" v="3" actId="5793"/>
        <pc:sldMkLst>
          <pc:docMk/>
          <pc:sldMk cId="3184119791" sldId="259"/>
        </pc:sldMkLst>
        <pc:spChg chg="mod">
          <ac:chgData name="Jean Junior Niyonkuru" userId="bf37ad57-adb8-4656-a154-b4f1eed3c441" providerId="ADAL" clId="{330B9043-70ED-461D-8965-78AE0E30AA7E}" dt="2020-02-20T08:16:30.789" v="3" actId="5793"/>
          <ac:spMkLst>
            <pc:docMk/>
            <pc:sldMk cId="3184119791" sldId="259"/>
            <ac:spMk id="3" creationId="{F6B44BC0-D9E6-4233-A875-A19E9B9E0928}"/>
          </ac:spMkLst>
        </pc:spChg>
      </pc:sldChg>
      <pc:sldChg chg="modSp">
        <pc:chgData name="Jean Junior Niyonkuru" userId="bf37ad57-adb8-4656-a154-b4f1eed3c441" providerId="ADAL" clId="{330B9043-70ED-461D-8965-78AE0E30AA7E}" dt="2020-02-20T08:26:00.012" v="45" actId="255"/>
        <pc:sldMkLst>
          <pc:docMk/>
          <pc:sldMk cId="554928608" sldId="260"/>
        </pc:sldMkLst>
        <pc:spChg chg="mod">
          <ac:chgData name="Jean Junior Niyonkuru" userId="bf37ad57-adb8-4656-a154-b4f1eed3c441" providerId="ADAL" clId="{330B9043-70ED-461D-8965-78AE0E30AA7E}" dt="2020-02-20T08:26:00.012" v="45" actId="255"/>
          <ac:spMkLst>
            <pc:docMk/>
            <pc:sldMk cId="554928608" sldId="260"/>
            <ac:spMk id="9" creationId="{AEB1885C-8E91-407E-A1DB-6A4BC306B7D4}"/>
          </ac:spMkLst>
        </pc:spChg>
      </pc:sldChg>
      <pc:sldChg chg="modSp">
        <pc:chgData name="Jean Junior Niyonkuru" userId="bf37ad57-adb8-4656-a154-b4f1eed3c441" providerId="ADAL" clId="{330B9043-70ED-461D-8965-78AE0E30AA7E}" dt="2020-02-20T08:31:49.633" v="86" actId="20577"/>
        <pc:sldMkLst>
          <pc:docMk/>
          <pc:sldMk cId="3141203636" sldId="262"/>
        </pc:sldMkLst>
        <pc:spChg chg="mod">
          <ac:chgData name="Jean Junior Niyonkuru" userId="bf37ad57-adb8-4656-a154-b4f1eed3c441" providerId="ADAL" clId="{330B9043-70ED-461D-8965-78AE0E30AA7E}" dt="2020-02-20T08:31:49.633" v="86" actId="20577"/>
          <ac:spMkLst>
            <pc:docMk/>
            <pc:sldMk cId="3141203636" sldId="262"/>
            <ac:spMk id="3" creationId="{FF704555-763E-468A-A1DB-94A8A44040C6}"/>
          </ac:spMkLst>
        </pc:spChg>
        <pc:spChg chg="mod">
          <ac:chgData name="Jean Junior Niyonkuru" userId="bf37ad57-adb8-4656-a154-b4f1eed3c441" providerId="ADAL" clId="{330B9043-70ED-461D-8965-78AE0E30AA7E}" dt="2020-02-20T08:21:14.808" v="42" actId="1076"/>
          <ac:spMkLst>
            <pc:docMk/>
            <pc:sldMk cId="3141203636" sldId="262"/>
            <ac:spMk id="7" creationId="{2B31626D-DEC1-4ACE-9FD2-79C7C09A4C65}"/>
          </ac:spMkLst>
        </pc:spChg>
        <pc:picChg chg="mod ord">
          <ac:chgData name="Jean Junior Niyonkuru" userId="bf37ad57-adb8-4656-a154-b4f1eed3c441" providerId="ADAL" clId="{330B9043-70ED-461D-8965-78AE0E30AA7E}" dt="2020-02-20T08:21:04.050" v="41" actId="1076"/>
          <ac:picMkLst>
            <pc:docMk/>
            <pc:sldMk cId="3141203636" sldId="262"/>
            <ac:picMk id="8" creationId="{177380B3-78F2-40D1-8AC1-135B1AD4BEBC}"/>
          </ac:picMkLst>
        </pc:picChg>
      </pc:sldChg>
      <pc:sldChg chg="modSp">
        <pc:chgData name="Jean Junior Niyonkuru" userId="bf37ad57-adb8-4656-a154-b4f1eed3c441" providerId="ADAL" clId="{330B9043-70ED-461D-8965-78AE0E30AA7E}" dt="2020-02-20T08:17:09.879" v="4" actId="20577"/>
        <pc:sldMkLst>
          <pc:docMk/>
          <pc:sldMk cId="774152820" sldId="263"/>
        </pc:sldMkLst>
        <pc:spChg chg="mod">
          <ac:chgData name="Jean Junior Niyonkuru" userId="bf37ad57-adb8-4656-a154-b4f1eed3c441" providerId="ADAL" clId="{330B9043-70ED-461D-8965-78AE0E30AA7E}" dt="2020-02-20T08:17:09.879" v="4" actId="20577"/>
          <ac:spMkLst>
            <pc:docMk/>
            <pc:sldMk cId="774152820" sldId="263"/>
            <ac:spMk id="3" creationId="{9305F160-5E2D-4F0F-8AAA-397C69CD6D9C}"/>
          </ac:spMkLst>
        </pc:spChg>
      </pc:sldChg>
      <pc:sldChg chg="modSp">
        <pc:chgData name="Jean Junior Niyonkuru" userId="bf37ad57-adb8-4656-a154-b4f1eed3c441" providerId="ADAL" clId="{330B9043-70ED-461D-8965-78AE0E30AA7E}" dt="2020-02-20T08:30:49.003" v="65" actId="404"/>
        <pc:sldMkLst>
          <pc:docMk/>
          <pc:sldMk cId="3222679823" sldId="264"/>
        </pc:sldMkLst>
        <pc:spChg chg="mod">
          <ac:chgData name="Jean Junior Niyonkuru" userId="bf37ad57-adb8-4656-a154-b4f1eed3c441" providerId="ADAL" clId="{330B9043-70ED-461D-8965-78AE0E30AA7E}" dt="2020-02-20T08:30:49.003" v="65" actId="404"/>
          <ac:spMkLst>
            <pc:docMk/>
            <pc:sldMk cId="3222679823" sldId="264"/>
            <ac:spMk id="3" creationId="{C2B3AED4-DADB-479D-B7ED-039E4686D758}"/>
          </ac:spMkLst>
        </pc:spChg>
        <pc:spChg chg="mod">
          <ac:chgData name="Jean Junior Niyonkuru" userId="bf37ad57-adb8-4656-a154-b4f1eed3c441" providerId="ADAL" clId="{330B9043-70ED-461D-8965-78AE0E30AA7E}" dt="2020-02-20T08:27:21.942" v="47" actId="1076"/>
          <ac:spMkLst>
            <pc:docMk/>
            <pc:sldMk cId="3222679823" sldId="264"/>
            <ac:spMk id="7" creationId="{6E986909-DC45-406C-8969-FA6E90EEBA4E}"/>
          </ac:spMkLst>
        </pc:spChg>
      </pc:sldChg>
      <pc:sldChg chg="modSp">
        <pc:chgData name="Jean Junior Niyonkuru" userId="bf37ad57-adb8-4656-a154-b4f1eed3c441" providerId="ADAL" clId="{330B9043-70ED-461D-8965-78AE0E30AA7E}" dt="2020-02-20T08:29:52.284" v="63" actId="6549"/>
        <pc:sldMkLst>
          <pc:docMk/>
          <pc:sldMk cId="3512916346" sldId="266"/>
        </pc:sldMkLst>
        <pc:spChg chg="mod">
          <ac:chgData name="Jean Junior Niyonkuru" userId="bf37ad57-adb8-4656-a154-b4f1eed3c441" providerId="ADAL" clId="{330B9043-70ED-461D-8965-78AE0E30AA7E}" dt="2020-02-20T08:29:52.284" v="63" actId="6549"/>
          <ac:spMkLst>
            <pc:docMk/>
            <pc:sldMk cId="3512916346" sldId="266"/>
            <ac:spMk id="3" creationId="{A06F2253-399B-4731-A8FE-9D98D52137CD}"/>
          </ac:spMkLst>
        </pc:spChg>
        <pc:spChg chg="mod">
          <ac:chgData name="Jean Junior Niyonkuru" userId="bf37ad57-adb8-4656-a154-b4f1eed3c441" providerId="ADAL" clId="{330B9043-70ED-461D-8965-78AE0E30AA7E}" dt="2020-02-20T08:26:57.652" v="46" actId="1076"/>
          <ac:spMkLst>
            <pc:docMk/>
            <pc:sldMk cId="3512916346" sldId="266"/>
            <ac:spMk id="7" creationId="{E6A47584-6237-4849-B6FB-8B8CB01FBB8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6725"/>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97313" y="0"/>
            <a:ext cx="2982912" cy="466725"/>
          </a:xfrm>
          <a:prstGeom prst="rect">
            <a:avLst/>
          </a:prstGeom>
        </p:spPr>
        <p:txBody>
          <a:bodyPr vert="horz" lIns="91440" tIns="45720" rIns="91440" bIns="45720" rtlCol="0"/>
          <a:lstStyle>
            <a:lvl1pPr algn="r">
              <a:defRPr sz="1200"/>
            </a:lvl1pPr>
          </a:lstStyle>
          <a:p>
            <a:fld id="{16625B49-CF69-43FB-978B-A5D059A776B1}" type="datetimeFigureOut">
              <a:rPr lang="fr-FR" smtClean="0"/>
              <a:t>20/02/2020</a:t>
            </a:fld>
            <a:endParaRPr lang="fr-FR"/>
          </a:p>
        </p:txBody>
      </p:sp>
      <p:sp>
        <p:nvSpPr>
          <p:cNvPr id="4" name="Slide Image Placeholder 3"/>
          <p:cNvSpPr>
            <a:spLocks noGrp="1" noRot="1" noChangeAspect="1"/>
          </p:cNvSpPr>
          <p:nvPr>
            <p:ph type="sldImg" idx="2"/>
          </p:nvPr>
        </p:nvSpPr>
        <p:spPr>
          <a:xfrm>
            <a:off x="654050" y="1162050"/>
            <a:ext cx="5575300" cy="31369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8975" y="4473575"/>
            <a:ext cx="5505450" cy="36607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829675"/>
            <a:ext cx="2982913" cy="466725"/>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97313" y="8829675"/>
            <a:ext cx="2982912" cy="466725"/>
          </a:xfrm>
          <a:prstGeom prst="rect">
            <a:avLst/>
          </a:prstGeom>
        </p:spPr>
        <p:txBody>
          <a:bodyPr vert="horz" lIns="91440" tIns="45720" rIns="91440" bIns="45720" rtlCol="0" anchor="b"/>
          <a:lstStyle>
            <a:lvl1pPr algn="r">
              <a:defRPr sz="1200"/>
            </a:lvl1pPr>
          </a:lstStyle>
          <a:p>
            <a:fld id="{4906AD9F-C105-4D36-9284-EC30F9DC4D0A}" type="slidenum">
              <a:rPr lang="fr-FR" smtClean="0"/>
              <a:t>‹#›</a:t>
            </a:fld>
            <a:endParaRPr lang="fr-FR"/>
          </a:p>
        </p:txBody>
      </p:sp>
    </p:spTree>
    <p:extLst>
      <p:ext uri="{BB962C8B-B14F-4D97-AF65-F5344CB8AC3E}">
        <p14:creationId xmlns:p14="http://schemas.microsoft.com/office/powerpoint/2010/main" val="1536369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2AE94-109F-49EA-BD3A-A301D2C9A4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D2F220-B284-4BC7-846D-7FA5E04501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AA61DB-6F91-4672-84C9-2FCBAE226322}"/>
              </a:ext>
            </a:extLst>
          </p:cNvPr>
          <p:cNvSpPr>
            <a:spLocks noGrp="1"/>
          </p:cNvSpPr>
          <p:nvPr>
            <p:ph type="dt" sz="half" idx="10"/>
          </p:nvPr>
        </p:nvSpPr>
        <p:spPr/>
        <p:txBody>
          <a:bodyPr/>
          <a:lstStyle/>
          <a:p>
            <a:fld id="{F7B99DD4-247D-45D6-B9DC-13AFFDA50C76}" type="datetime1">
              <a:rPr lang="en-US" smtClean="0"/>
              <a:t>2/20/2020</a:t>
            </a:fld>
            <a:endParaRPr lang="en-US" dirty="0"/>
          </a:p>
        </p:txBody>
      </p:sp>
      <p:sp>
        <p:nvSpPr>
          <p:cNvPr id="5" name="Footer Placeholder 4">
            <a:extLst>
              <a:ext uri="{FF2B5EF4-FFF2-40B4-BE49-F238E27FC236}">
                <a16:creationId xmlns:a16="http://schemas.microsoft.com/office/drawing/2014/main" id="{E5AA1354-169D-4A72-80BA-10E6E62ABFF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ED3553C-EC79-4780-9B5F-29D0B8B02D39}"/>
              </a:ext>
            </a:extLst>
          </p:cNvPr>
          <p:cNvSpPr>
            <a:spLocks noGrp="1"/>
          </p:cNvSpPr>
          <p:nvPr>
            <p:ph type="sldNum" sz="quarter" idx="12"/>
          </p:nvPr>
        </p:nvSpPr>
        <p:spPr/>
        <p:txBody>
          <a:bodyPr/>
          <a:lstStyle/>
          <a:p>
            <a:fld id="{52D1934C-5B33-4B0D-88E3-803271ED8552}" type="slidenum">
              <a:rPr lang="en-US" smtClean="0"/>
              <a:t>‹#›</a:t>
            </a:fld>
            <a:endParaRPr lang="en-US" dirty="0"/>
          </a:p>
        </p:txBody>
      </p:sp>
    </p:spTree>
    <p:extLst>
      <p:ext uri="{BB962C8B-B14F-4D97-AF65-F5344CB8AC3E}">
        <p14:creationId xmlns:p14="http://schemas.microsoft.com/office/powerpoint/2010/main" val="3801742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D7776-5885-406F-9A36-42FCC34AFC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3B3D56-B9E3-4FEE-80D8-BAE34BB5BFA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0EBE60-3BA3-4DA4-8796-CBB3DB25E653}"/>
              </a:ext>
            </a:extLst>
          </p:cNvPr>
          <p:cNvSpPr>
            <a:spLocks noGrp="1"/>
          </p:cNvSpPr>
          <p:nvPr>
            <p:ph type="dt" sz="half" idx="10"/>
          </p:nvPr>
        </p:nvSpPr>
        <p:spPr/>
        <p:txBody>
          <a:bodyPr/>
          <a:lstStyle/>
          <a:p>
            <a:fld id="{EFB1C6CB-7A3F-440F-B605-9F55EB2F45F0}" type="datetime1">
              <a:rPr lang="en-US" smtClean="0"/>
              <a:t>2/20/2020</a:t>
            </a:fld>
            <a:endParaRPr lang="en-US" dirty="0"/>
          </a:p>
        </p:txBody>
      </p:sp>
      <p:sp>
        <p:nvSpPr>
          <p:cNvPr id="5" name="Footer Placeholder 4">
            <a:extLst>
              <a:ext uri="{FF2B5EF4-FFF2-40B4-BE49-F238E27FC236}">
                <a16:creationId xmlns:a16="http://schemas.microsoft.com/office/drawing/2014/main" id="{FB6DD6F0-A5A1-429C-9706-071D1F0585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63FB4D-038A-445C-BA29-1632BF7BF06C}"/>
              </a:ext>
            </a:extLst>
          </p:cNvPr>
          <p:cNvSpPr>
            <a:spLocks noGrp="1"/>
          </p:cNvSpPr>
          <p:nvPr>
            <p:ph type="sldNum" sz="quarter" idx="12"/>
          </p:nvPr>
        </p:nvSpPr>
        <p:spPr/>
        <p:txBody>
          <a:bodyPr/>
          <a:lstStyle/>
          <a:p>
            <a:fld id="{52D1934C-5B33-4B0D-88E3-803271ED8552}" type="slidenum">
              <a:rPr lang="en-US" smtClean="0"/>
              <a:t>‹#›</a:t>
            </a:fld>
            <a:endParaRPr lang="en-US" dirty="0"/>
          </a:p>
        </p:txBody>
      </p:sp>
    </p:spTree>
    <p:extLst>
      <p:ext uri="{BB962C8B-B14F-4D97-AF65-F5344CB8AC3E}">
        <p14:creationId xmlns:p14="http://schemas.microsoft.com/office/powerpoint/2010/main" val="1574167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528FC-1150-42A6-9169-4FCD527B4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F1EA88-4ABC-46FE-ACF5-D62622F9EF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53DCFE9-6565-4D0A-99E2-24B482D6BB40}"/>
              </a:ext>
            </a:extLst>
          </p:cNvPr>
          <p:cNvSpPr>
            <a:spLocks noGrp="1"/>
          </p:cNvSpPr>
          <p:nvPr>
            <p:ph type="dt" sz="half" idx="10"/>
          </p:nvPr>
        </p:nvSpPr>
        <p:spPr/>
        <p:txBody>
          <a:bodyPr/>
          <a:lstStyle/>
          <a:p>
            <a:fld id="{F7747AFC-A8EB-4A90-9197-C2C436DB0B57}" type="datetime1">
              <a:rPr lang="en-US" smtClean="0"/>
              <a:t>2/20/2020</a:t>
            </a:fld>
            <a:endParaRPr lang="en-US" dirty="0"/>
          </a:p>
        </p:txBody>
      </p:sp>
      <p:sp>
        <p:nvSpPr>
          <p:cNvPr id="5" name="Footer Placeholder 4">
            <a:extLst>
              <a:ext uri="{FF2B5EF4-FFF2-40B4-BE49-F238E27FC236}">
                <a16:creationId xmlns:a16="http://schemas.microsoft.com/office/drawing/2014/main" id="{7379F645-FD6A-407E-972D-E9A88062ED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C907D92-9F6B-4EF9-909D-F226BEE7A773}"/>
              </a:ext>
            </a:extLst>
          </p:cNvPr>
          <p:cNvSpPr>
            <a:spLocks noGrp="1"/>
          </p:cNvSpPr>
          <p:nvPr>
            <p:ph type="sldNum" sz="quarter" idx="12"/>
          </p:nvPr>
        </p:nvSpPr>
        <p:spPr/>
        <p:txBody>
          <a:bodyPr/>
          <a:lstStyle/>
          <a:p>
            <a:fld id="{52D1934C-5B33-4B0D-88E3-803271ED8552}" type="slidenum">
              <a:rPr lang="en-US" smtClean="0"/>
              <a:t>‹#›</a:t>
            </a:fld>
            <a:endParaRPr lang="en-US" dirty="0"/>
          </a:p>
        </p:txBody>
      </p:sp>
    </p:spTree>
    <p:extLst>
      <p:ext uri="{BB962C8B-B14F-4D97-AF65-F5344CB8AC3E}">
        <p14:creationId xmlns:p14="http://schemas.microsoft.com/office/powerpoint/2010/main" val="1145577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73F-8CE3-4707-9E9C-ABC921ED9A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BEAF14-D10F-43F6-97BE-108E817465F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7442E8-0601-4E51-ADAF-9A66CB2C56B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84CBC9-21FF-4C3D-BFF9-78441BFE16AA}"/>
              </a:ext>
            </a:extLst>
          </p:cNvPr>
          <p:cNvSpPr>
            <a:spLocks noGrp="1"/>
          </p:cNvSpPr>
          <p:nvPr>
            <p:ph type="dt" sz="half" idx="10"/>
          </p:nvPr>
        </p:nvSpPr>
        <p:spPr/>
        <p:txBody>
          <a:bodyPr/>
          <a:lstStyle/>
          <a:p>
            <a:fld id="{B4FF8214-783D-4F2D-94FF-141F33F59166}" type="datetime1">
              <a:rPr lang="en-US" smtClean="0"/>
              <a:t>2/20/2020</a:t>
            </a:fld>
            <a:endParaRPr lang="en-US" dirty="0"/>
          </a:p>
        </p:txBody>
      </p:sp>
      <p:sp>
        <p:nvSpPr>
          <p:cNvPr id="6" name="Footer Placeholder 5">
            <a:extLst>
              <a:ext uri="{FF2B5EF4-FFF2-40B4-BE49-F238E27FC236}">
                <a16:creationId xmlns:a16="http://schemas.microsoft.com/office/drawing/2014/main" id="{AFFD2615-B2BB-4DFC-AE68-E5A0305A925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D770540-E0C7-4B34-810E-56693F7A45E2}"/>
              </a:ext>
            </a:extLst>
          </p:cNvPr>
          <p:cNvSpPr>
            <a:spLocks noGrp="1"/>
          </p:cNvSpPr>
          <p:nvPr>
            <p:ph type="sldNum" sz="quarter" idx="12"/>
          </p:nvPr>
        </p:nvSpPr>
        <p:spPr/>
        <p:txBody>
          <a:bodyPr/>
          <a:lstStyle/>
          <a:p>
            <a:fld id="{52D1934C-5B33-4B0D-88E3-803271ED8552}" type="slidenum">
              <a:rPr lang="en-US" smtClean="0"/>
              <a:t>‹#›</a:t>
            </a:fld>
            <a:endParaRPr lang="en-US" dirty="0"/>
          </a:p>
        </p:txBody>
      </p:sp>
    </p:spTree>
    <p:extLst>
      <p:ext uri="{BB962C8B-B14F-4D97-AF65-F5344CB8AC3E}">
        <p14:creationId xmlns:p14="http://schemas.microsoft.com/office/powerpoint/2010/main" val="2703830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1D602-95AF-4F63-B81F-0E8341C678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230981-AA26-4FBF-BEDC-9434BE8696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C4A0EDF-DCEC-4C02-BB43-0434F307E91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2D3918-04CC-4F35-84A2-3E7ABEEC3F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FB6BDEE-A151-4330-97E4-8FC85EBD53D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042C51-713E-4100-A421-2789FF642EFC}"/>
              </a:ext>
            </a:extLst>
          </p:cNvPr>
          <p:cNvSpPr>
            <a:spLocks noGrp="1"/>
          </p:cNvSpPr>
          <p:nvPr>
            <p:ph type="dt" sz="half" idx="10"/>
          </p:nvPr>
        </p:nvSpPr>
        <p:spPr/>
        <p:txBody>
          <a:bodyPr/>
          <a:lstStyle/>
          <a:p>
            <a:fld id="{3BDC8072-B7D0-4146-BE7D-848A6E24C293}" type="datetime1">
              <a:rPr lang="en-US" smtClean="0"/>
              <a:t>2/20/2020</a:t>
            </a:fld>
            <a:endParaRPr lang="en-US" dirty="0"/>
          </a:p>
        </p:txBody>
      </p:sp>
      <p:sp>
        <p:nvSpPr>
          <p:cNvPr id="8" name="Footer Placeholder 7">
            <a:extLst>
              <a:ext uri="{FF2B5EF4-FFF2-40B4-BE49-F238E27FC236}">
                <a16:creationId xmlns:a16="http://schemas.microsoft.com/office/drawing/2014/main" id="{807A0E2A-7C57-4491-A6B8-5C800A58624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8FC08FC-BF23-4411-8358-091AD849ECFE}"/>
              </a:ext>
            </a:extLst>
          </p:cNvPr>
          <p:cNvSpPr>
            <a:spLocks noGrp="1"/>
          </p:cNvSpPr>
          <p:nvPr>
            <p:ph type="sldNum" sz="quarter" idx="12"/>
          </p:nvPr>
        </p:nvSpPr>
        <p:spPr/>
        <p:txBody>
          <a:bodyPr/>
          <a:lstStyle/>
          <a:p>
            <a:fld id="{52D1934C-5B33-4B0D-88E3-803271ED8552}" type="slidenum">
              <a:rPr lang="en-US" smtClean="0"/>
              <a:t>‹#›</a:t>
            </a:fld>
            <a:endParaRPr lang="en-US" dirty="0"/>
          </a:p>
        </p:txBody>
      </p:sp>
    </p:spTree>
    <p:extLst>
      <p:ext uri="{BB962C8B-B14F-4D97-AF65-F5344CB8AC3E}">
        <p14:creationId xmlns:p14="http://schemas.microsoft.com/office/powerpoint/2010/main" val="3219507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5D7F6-FF62-41BE-8CCE-3DEE5BF74B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143722-763D-40A9-9A77-B639BA480824}"/>
              </a:ext>
            </a:extLst>
          </p:cNvPr>
          <p:cNvSpPr>
            <a:spLocks noGrp="1"/>
          </p:cNvSpPr>
          <p:nvPr>
            <p:ph type="dt" sz="half" idx="10"/>
          </p:nvPr>
        </p:nvSpPr>
        <p:spPr/>
        <p:txBody>
          <a:bodyPr/>
          <a:lstStyle/>
          <a:p>
            <a:fld id="{50866195-770A-49ED-A050-8B8630CBE1A2}" type="datetime1">
              <a:rPr lang="en-US" smtClean="0"/>
              <a:t>2/20/2020</a:t>
            </a:fld>
            <a:endParaRPr lang="en-US" dirty="0"/>
          </a:p>
        </p:txBody>
      </p:sp>
      <p:sp>
        <p:nvSpPr>
          <p:cNvPr id="4" name="Footer Placeholder 3">
            <a:extLst>
              <a:ext uri="{FF2B5EF4-FFF2-40B4-BE49-F238E27FC236}">
                <a16:creationId xmlns:a16="http://schemas.microsoft.com/office/drawing/2014/main" id="{A181D646-FBEB-4C65-BA25-4BDC5B57726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DFADC6-E541-4E0E-B5B5-B6AB14D4A9EA}"/>
              </a:ext>
            </a:extLst>
          </p:cNvPr>
          <p:cNvSpPr>
            <a:spLocks noGrp="1"/>
          </p:cNvSpPr>
          <p:nvPr>
            <p:ph type="sldNum" sz="quarter" idx="12"/>
          </p:nvPr>
        </p:nvSpPr>
        <p:spPr/>
        <p:txBody>
          <a:bodyPr/>
          <a:lstStyle/>
          <a:p>
            <a:fld id="{52D1934C-5B33-4B0D-88E3-803271ED8552}" type="slidenum">
              <a:rPr lang="en-US" smtClean="0"/>
              <a:t>‹#›</a:t>
            </a:fld>
            <a:endParaRPr lang="en-US" dirty="0"/>
          </a:p>
        </p:txBody>
      </p:sp>
    </p:spTree>
    <p:extLst>
      <p:ext uri="{BB962C8B-B14F-4D97-AF65-F5344CB8AC3E}">
        <p14:creationId xmlns:p14="http://schemas.microsoft.com/office/powerpoint/2010/main" val="670598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48ACB5-C2C9-4B51-A77D-10A3FD976236}"/>
              </a:ext>
            </a:extLst>
          </p:cNvPr>
          <p:cNvSpPr>
            <a:spLocks noGrp="1"/>
          </p:cNvSpPr>
          <p:nvPr>
            <p:ph type="dt" sz="half" idx="10"/>
          </p:nvPr>
        </p:nvSpPr>
        <p:spPr/>
        <p:txBody>
          <a:bodyPr/>
          <a:lstStyle/>
          <a:p>
            <a:fld id="{FD0892A9-DD62-493A-A9DD-472EB52D1ECA}" type="datetime1">
              <a:rPr lang="en-US" smtClean="0"/>
              <a:t>2/20/2020</a:t>
            </a:fld>
            <a:endParaRPr lang="en-US" dirty="0"/>
          </a:p>
        </p:txBody>
      </p:sp>
      <p:sp>
        <p:nvSpPr>
          <p:cNvPr id="3" name="Footer Placeholder 2">
            <a:extLst>
              <a:ext uri="{FF2B5EF4-FFF2-40B4-BE49-F238E27FC236}">
                <a16:creationId xmlns:a16="http://schemas.microsoft.com/office/drawing/2014/main" id="{D6F49498-CC24-4356-8823-C75A39CAE0E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45A6A19-4D85-4E35-929D-9F5B52A017C1}"/>
              </a:ext>
            </a:extLst>
          </p:cNvPr>
          <p:cNvSpPr>
            <a:spLocks noGrp="1"/>
          </p:cNvSpPr>
          <p:nvPr>
            <p:ph type="sldNum" sz="quarter" idx="12"/>
          </p:nvPr>
        </p:nvSpPr>
        <p:spPr/>
        <p:txBody>
          <a:bodyPr/>
          <a:lstStyle/>
          <a:p>
            <a:fld id="{52D1934C-5B33-4B0D-88E3-803271ED8552}" type="slidenum">
              <a:rPr lang="en-US" smtClean="0"/>
              <a:t>‹#›</a:t>
            </a:fld>
            <a:endParaRPr lang="en-US" dirty="0"/>
          </a:p>
        </p:txBody>
      </p:sp>
    </p:spTree>
    <p:extLst>
      <p:ext uri="{BB962C8B-B14F-4D97-AF65-F5344CB8AC3E}">
        <p14:creationId xmlns:p14="http://schemas.microsoft.com/office/powerpoint/2010/main" val="267015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CDBAE-D667-4C87-BC64-066C90D635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5DBBD9-2D45-422F-A9B5-1ED7DE0156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421EED-4D00-48B4-B136-1F659A6775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DA7A0CD-4CEE-4596-A8DB-EBCCB8FD03D1}"/>
              </a:ext>
            </a:extLst>
          </p:cNvPr>
          <p:cNvSpPr>
            <a:spLocks noGrp="1"/>
          </p:cNvSpPr>
          <p:nvPr>
            <p:ph type="dt" sz="half" idx="10"/>
          </p:nvPr>
        </p:nvSpPr>
        <p:spPr/>
        <p:txBody>
          <a:bodyPr/>
          <a:lstStyle/>
          <a:p>
            <a:fld id="{C35FE308-553E-4E91-B330-E27AA520AC57}" type="datetime1">
              <a:rPr lang="en-US" smtClean="0"/>
              <a:t>2/20/2020</a:t>
            </a:fld>
            <a:endParaRPr lang="en-US" dirty="0"/>
          </a:p>
        </p:txBody>
      </p:sp>
      <p:sp>
        <p:nvSpPr>
          <p:cNvPr id="6" name="Footer Placeholder 5">
            <a:extLst>
              <a:ext uri="{FF2B5EF4-FFF2-40B4-BE49-F238E27FC236}">
                <a16:creationId xmlns:a16="http://schemas.microsoft.com/office/drawing/2014/main" id="{472FBA11-522B-45BA-B46F-8366977000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20FC98C-734C-4AD3-A85B-7A613EC4E48A}"/>
              </a:ext>
            </a:extLst>
          </p:cNvPr>
          <p:cNvSpPr>
            <a:spLocks noGrp="1"/>
          </p:cNvSpPr>
          <p:nvPr>
            <p:ph type="sldNum" sz="quarter" idx="12"/>
          </p:nvPr>
        </p:nvSpPr>
        <p:spPr/>
        <p:txBody>
          <a:bodyPr/>
          <a:lstStyle/>
          <a:p>
            <a:fld id="{52D1934C-5B33-4B0D-88E3-803271ED8552}" type="slidenum">
              <a:rPr lang="en-US" smtClean="0"/>
              <a:t>‹#›</a:t>
            </a:fld>
            <a:endParaRPr lang="en-US" dirty="0"/>
          </a:p>
        </p:txBody>
      </p:sp>
    </p:spTree>
    <p:extLst>
      <p:ext uri="{BB962C8B-B14F-4D97-AF65-F5344CB8AC3E}">
        <p14:creationId xmlns:p14="http://schemas.microsoft.com/office/powerpoint/2010/main" val="3014182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D3262-BD62-4487-B045-B24FEA516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60BF3B-EED5-4765-8F03-AAC8EE71DC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B3B5D0E8-024F-4A5F-B884-CECED7150F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427903-789E-4C1A-8DAE-11A8D317CB12}"/>
              </a:ext>
            </a:extLst>
          </p:cNvPr>
          <p:cNvSpPr>
            <a:spLocks noGrp="1"/>
          </p:cNvSpPr>
          <p:nvPr>
            <p:ph type="dt" sz="half" idx="10"/>
          </p:nvPr>
        </p:nvSpPr>
        <p:spPr/>
        <p:txBody>
          <a:bodyPr/>
          <a:lstStyle/>
          <a:p>
            <a:fld id="{AE81669D-469A-4D6D-880C-824E2A80A567}" type="datetime1">
              <a:rPr lang="en-US" smtClean="0"/>
              <a:t>2/20/2020</a:t>
            </a:fld>
            <a:endParaRPr lang="en-US" dirty="0"/>
          </a:p>
        </p:txBody>
      </p:sp>
      <p:sp>
        <p:nvSpPr>
          <p:cNvPr id="6" name="Footer Placeholder 5">
            <a:extLst>
              <a:ext uri="{FF2B5EF4-FFF2-40B4-BE49-F238E27FC236}">
                <a16:creationId xmlns:a16="http://schemas.microsoft.com/office/drawing/2014/main" id="{8660EFAF-5D26-48E2-8F20-8930C873509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5EDAD1F-93FD-4582-8DB6-793890108060}"/>
              </a:ext>
            </a:extLst>
          </p:cNvPr>
          <p:cNvSpPr>
            <a:spLocks noGrp="1"/>
          </p:cNvSpPr>
          <p:nvPr>
            <p:ph type="sldNum" sz="quarter" idx="12"/>
          </p:nvPr>
        </p:nvSpPr>
        <p:spPr/>
        <p:txBody>
          <a:bodyPr/>
          <a:lstStyle/>
          <a:p>
            <a:fld id="{52D1934C-5B33-4B0D-88E3-803271ED8552}" type="slidenum">
              <a:rPr lang="en-US" smtClean="0"/>
              <a:t>‹#›</a:t>
            </a:fld>
            <a:endParaRPr lang="en-US" dirty="0"/>
          </a:p>
        </p:txBody>
      </p:sp>
    </p:spTree>
    <p:extLst>
      <p:ext uri="{BB962C8B-B14F-4D97-AF65-F5344CB8AC3E}">
        <p14:creationId xmlns:p14="http://schemas.microsoft.com/office/powerpoint/2010/main" val="421238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35012-896E-4B43-8694-1B9D264121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B0AF60-AF97-4021-9B05-CBB2CCD2006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62E02E-48AA-480F-9037-519D64CE80D5}"/>
              </a:ext>
            </a:extLst>
          </p:cNvPr>
          <p:cNvSpPr>
            <a:spLocks noGrp="1"/>
          </p:cNvSpPr>
          <p:nvPr>
            <p:ph type="dt" sz="half" idx="10"/>
          </p:nvPr>
        </p:nvSpPr>
        <p:spPr/>
        <p:txBody>
          <a:bodyPr/>
          <a:lstStyle/>
          <a:p>
            <a:fld id="{FF2CD566-C74A-4AC8-834D-9BFCBD2E2BAF}" type="datetime1">
              <a:rPr lang="en-US" smtClean="0"/>
              <a:t>2/20/2020</a:t>
            </a:fld>
            <a:endParaRPr lang="en-US" dirty="0"/>
          </a:p>
        </p:txBody>
      </p:sp>
      <p:sp>
        <p:nvSpPr>
          <p:cNvPr id="5" name="Footer Placeholder 4">
            <a:extLst>
              <a:ext uri="{FF2B5EF4-FFF2-40B4-BE49-F238E27FC236}">
                <a16:creationId xmlns:a16="http://schemas.microsoft.com/office/drawing/2014/main" id="{7581004C-9B43-4ECD-8383-A9D8AEC98A1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606916F-EDE2-4684-BF19-506D4E7B792D}"/>
              </a:ext>
            </a:extLst>
          </p:cNvPr>
          <p:cNvSpPr>
            <a:spLocks noGrp="1"/>
          </p:cNvSpPr>
          <p:nvPr>
            <p:ph type="sldNum" sz="quarter" idx="12"/>
          </p:nvPr>
        </p:nvSpPr>
        <p:spPr/>
        <p:txBody>
          <a:bodyPr/>
          <a:lstStyle/>
          <a:p>
            <a:fld id="{52D1934C-5B33-4B0D-88E3-803271ED8552}" type="slidenum">
              <a:rPr lang="en-US" smtClean="0"/>
              <a:t>‹#›</a:t>
            </a:fld>
            <a:endParaRPr lang="en-US" dirty="0"/>
          </a:p>
        </p:txBody>
      </p:sp>
    </p:spTree>
    <p:extLst>
      <p:ext uri="{BB962C8B-B14F-4D97-AF65-F5344CB8AC3E}">
        <p14:creationId xmlns:p14="http://schemas.microsoft.com/office/powerpoint/2010/main" val="3837223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ECC366-1665-45C6-A7E6-4AEDA23968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C2F69E-9D49-4A45-925D-8F44F7B6D7F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CFF44A-FB4F-416B-9FDE-536284E90570}"/>
              </a:ext>
            </a:extLst>
          </p:cNvPr>
          <p:cNvSpPr>
            <a:spLocks noGrp="1"/>
          </p:cNvSpPr>
          <p:nvPr>
            <p:ph type="dt" sz="half" idx="10"/>
          </p:nvPr>
        </p:nvSpPr>
        <p:spPr/>
        <p:txBody>
          <a:bodyPr/>
          <a:lstStyle/>
          <a:p>
            <a:fld id="{6B5A0321-7C2F-4E69-B5C5-1BE4FC3A5CCA}" type="datetime1">
              <a:rPr lang="en-US" smtClean="0"/>
              <a:t>2/20/2020</a:t>
            </a:fld>
            <a:endParaRPr lang="en-US" dirty="0"/>
          </a:p>
        </p:txBody>
      </p:sp>
      <p:sp>
        <p:nvSpPr>
          <p:cNvPr id="5" name="Footer Placeholder 4">
            <a:extLst>
              <a:ext uri="{FF2B5EF4-FFF2-40B4-BE49-F238E27FC236}">
                <a16:creationId xmlns:a16="http://schemas.microsoft.com/office/drawing/2014/main" id="{26111B28-BEB6-41B4-A641-D7000B667EF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E613EAA-4ECC-4A6A-95B5-E324D54F6BD7}"/>
              </a:ext>
            </a:extLst>
          </p:cNvPr>
          <p:cNvSpPr>
            <a:spLocks noGrp="1"/>
          </p:cNvSpPr>
          <p:nvPr>
            <p:ph type="sldNum" sz="quarter" idx="12"/>
          </p:nvPr>
        </p:nvSpPr>
        <p:spPr/>
        <p:txBody>
          <a:bodyPr/>
          <a:lstStyle/>
          <a:p>
            <a:fld id="{52D1934C-5B33-4B0D-88E3-803271ED8552}" type="slidenum">
              <a:rPr lang="en-US" smtClean="0"/>
              <a:t>‹#›</a:t>
            </a:fld>
            <a:endParaRPr lang="en-US" dirty="0"/>
          </a:p>
        </p:txBody>
      </p:sp>
    </p:spTree>
    <p:extLst>
      <p:ext uri="{BB962C8B-B14F-4D97-AF65-F5344CB8AC3E}">
        <p14:creationId xmlns:p14="http://schemas.microsoft.com/office/powerpoint/2010/main" val="2662803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D0DB69-2E9A-4D44-9D5A-01169AD4D4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7C2799-A58F-4C0B-8FB7-C4DA82085A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53DCBB-9636-45EC-B796-62FF0D38FA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208B94-6966-4239-B8CE-A58091A5C02D}" type="datetime1">
              <a:rPr lang="en-US" smtClean="0"/>
              <a:t>2/20/2020</a:t>
            </a:fld>
            <a:endParaRPr lang="en-US" dirty="0"/>
          </a:p>
        </p:txBody>
      </p:sp>
      <p:sp>
        <p:nvSpPr>
          <p:cNvPr id="5" name="Footer Placeholder 4">
            <a:extLst>
              <a:ext uri="{FF2B5EF4-FFF2-40B4-BE49-F238E27FC236}">
                <a16:creationId xmlns:a16="http://schemas.microsoft.com/office/drawing/2014/main" id="{98DA6C77-ACC8-42E4-A824-0132ECD85C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1D7D185-4075-488C-AC8C-05A9781AD5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D1934C-5B33-4B0D-88E3-803271ED8552}" type="slidenum">
              <a:rPr lang="en-US" smtClean="0"/>
              <a:t>‹#›</a:t>
            </a:fld>
            <a:endParaRPr lang="en-US" dirty="0"/>
          </a:p>
        </p:txBody>
      </p:sp>
    </p:spTree>
    <p:extLst>
      <p:ext uri="{BB962C8B-B14F-4D97-AF65-F5344CB8AC3E}">
        <p14:creationId xmlns:p14="http://schemas.microsoft.com/office/powerpoint/2010/main" val="1462817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F644-9EF3-455F-9521-EA1B6A7A320E}"/>
              </a:ext>
            </a:extLst>
          </p:cNvPr>
          <p:cNvSpPr>
            <a:spLocks noGrp="1"/>
          </p:cNvSpPr>
          <p:nvPr>
            <p:ph type="ctrTitle"/>
          </p:nvPr>
        </p:nvSpPr>
        <p:spPr>
          <a:xfrm>
            <a:off x="6525070" y="2370337"/>
            <a:ext cx="4645250" cy="1847267"/>
          </a:xfrm>
        </p:spPr>
        <p:txBody>
          <a:bodyPr anchor="b">
            <a:normAutofit/>
          </a:bodyPr>
          <a:lstStyle/>
          <a:p>
            <a:r>
              <a:rPr lang="en-US" sz="6000" b="1" dirty="0"/>
              <a:t>YOUTH CHALLENGE</a:t>
            </a:r>
          </a:p>
        </p:txBody>
      </p:sp>
      <p:sp>
        <p:nvSpPr>
          <p:cNvPr id="3" name="Subtitle 2">
            <a:extLst>
              <a:ext uri="{FF2B5EF4-FFF2-40B4-BE49-F238E27FC236}">
                <a16:creationId xmlns:a16="http://schemas.microsoft.com/office/drawing/2014/main" id="{23E9A7A5-0EF7-4182-9F39-FD7BA16469DF}"/>
              </a:ext>
            </a:extLst>
          </p:cNvPr>
          <p:cNvSpPr>
            <a:spLocks noGrp="1"/>
          </p:cNvSpPr>
          <p:nvPr>
            <p:ph type="subTitle" idx="1"/>
          </p:nvPr>
        </p:nvSpPr>
        <p:spPr>
          <a:xfrm>
            <a:off x="4927089" y="5318435"/>
            <a:ext cx="6825672" cy="1147863"/>
          </a:xfrm>
        </p:spPr>
        <p:txBody>
          <a:bodyPr anchor="t">
            <a:normAutofit fontScale="77500" lnSpcReduction="20000"/>
          </a:bodyPr>
          <a:lstStyle/>
          <a:p>
            <a:pPr algn="l"/>
            <a:r>
              <a:rPr lang="en-US" sz="6000" b="1" dirty="0"/>
              <a:t>GENERATION</a:t>
            </a:r>
            <a:r>
              <a:rPr lang="en-US" sz="2000" b="1" dirty="0"/>
              <a:t> </a:t>
            </a:r>
            <a:r>
              <a:rPr lang="en-US" sz="6000" b="1" dirty="0"/>
              <a:t>SANS</a:t>
            </a:r>
            <a:r>
              <a:rPr lang="en-US" sz="2000" b="1" dirty="0"/>
              <a:t> </a:t>
            </a:r>
            <a:r>
              <a:rPr lang="en-US" sz="6000" b="1" dirty="0"/>
              <a:t>LIMITES</a:t>
            </a:r>
          </a:p>
        </p:txBody>
      </p:sp>
      <p:sp>
        <p:nvSpPr>
          <p:cNvPr id="12" name="Freeform: Shape 11">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7" name="Picture 6" descr="A group of people looking at a computer&#10;&#10;Description generated with very high confidence">
            <a:extLst>
              <a:ext uri="{FF2B5EF4-FFF2-40B4-BE49-F238E27FC236}">
                <a16:creationId xmlns:a16="http://schemas.microsoft.com/office/drawing/2014/main" id="{B3F0BFE1-AAB2-4241-92CE-6DD16200A595}"/>
              </a:ext>
            </a:extLst>
          </p:cNvPr>
          <p:cNvPicPr>
            <a:picLocks noChangeAspect="1"/>
          </p:cNvPicPr>
          <p:nvPr/>
        </p:nvPicPr>
        <p:blipFill rotWithShape="1">
          <a:blip r:embed="rId2">
            <a:extLst>
              <a:ext uri="{28A0092B-C50C-407E-A947-70E740481C1C}">
                <a14:useLocalDpi xmlns:a14="http://schemas.microsoft.com/office/drawing/2010/main" val="0"/>
              </a:ext>
            </a:extLst>
          </a:blip>
          <a:srcRect l="13450" r="27698" b="2"/>
          <a:stretch/>
        </p:blipFill>
        <p:spPr>
          <a:xfrm>
            <a:off x="20" y="10"/>
            <a:ext cx="6024134" cy="685799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pic>
        <p:nvPicPr>
          <p:cNvPr id="6" name="Picture 5">
            <a:extLst>
              <a:ext uri="{FF2B5EF4-FFF2-40B4-BE49-F238E27FC236}">
                <a16:creationId xmlns:a16="http://schemas.microsoft.com/office/drawing/2014/main" id="{B02D1251-E968-41ED-926C-71938D79FDA4}"/>
              </a:ext>
            </a:extLst>
          </p:cNvPr>
          <p:cNvPicPr>
            <a:picLocks noChangeAspect="1"/>
          </p:cNvPicPr>
          <p:nvPr/>
        </p:nvPicPr>
        <p:blipFill>
          <a:blip r:embed="rId3"/>
          <a:stretch>
            <a:fillRect/>
          </a:stretch>
        </p:blipFill>
        <p:spPr>
          <a:xfrm>
            <a:off x="10540253" y="0"/>
            <a:ext cx="1651747" cy="1599443"/>
          </a:xfrm>
          <a:prstGeom prst="rect">
            <a:avLst/>
          </a:prstGeom>
        </p:spPr>
      </p:pic>
      <p:sp>
        <p:nvSpPr>
          <p:cNvPr id="8" name="Slide Number Placeholder 7">
            <a:extLst>
              <a:ext uri="{FF2B5EF4-FFF2-40B4-BE49-F238E27FC236}">
                <a16:creationId xmlns:a16="http://schemas.microsoft.com/office/drawing/2014/main" id="{09F3FF71-F75B-4E77-B56F-42CDAA8CD476}"/>
              </a:ext>
            </a:extLst>
          </p:cNvPr>
          <p:cNvSpPr>
            <a:spLocks noGrp="1"/>
          </p:cNvSpPr>
          <p:nvPr>
            <p:ph type="sldNum" sz="quarter" idx="12"/>
          </p:nvPr>
        </p:nvSpPr>
        <p:spPr/>
        <p:txBody>
          <a:bodyPr/>
          <a:lstStyle/>
          <a:p>
            <a:fld id="{52D1934C-5B33-4B0D-88E3-803271ED8552}" type="slidenum">
              <a:rPr lang="en-US" smtClean="0"/>
              <a:t>1</a:t>
            </a:fld>
            <a:endParaRPr lang="en-US" dirty="0"/>
          </a:p>
        </p:txBody>
      </p:sp>
    </p:spTree>
    <p:extLst>
      <p:ext uri="{BB962C8B-B14F-4D97-AF65-F5344CB8AC3E}">
        <p14:creationId xmlns:p14="http://schemas.microsoft.com/office/powerpoint/2010/main" val="305942627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9FDE1-759B-42C5-8D43-2814112D0C46}"/>
              </a:ext>
            </a:extLst>
          </p:cNvPr>
          <p:cNvSpPr>
            <a:spLocks noGrp="1"/>
          </p:cNvSpPr>
          <p:nvPr>
            <p:ph type="title"/>
          </p:nvPr>
        </p:nvSpPr>
        <p:spPr>
          <a:xfrm>
            <a:off x="768096" y="320675"/>
            <a:ext cx="10585704" cy="1325563"/>
          </a:xfrm>
          <a:ln w="57150">
            <a:solidFill>
              <a:srgbClr val="ED7E33"/>
            </a:solidFill>
          </a:ln>
        </p:spPr>
        <p:txBody>
          <a:bodyPr/>
          <a:lstStyle/>
          <a:p>
            <a:pPr algn="ctr"/>
            <a:r>
              <a:rPr lang="en-US" b="1" dirty="0" err="1">
                <a:solidFill>
                  <a:srgbClr val="00B0F0"/>
                </a:solidFill>
              </a:rPr>
              <a:t>Qu’est</a:t>
            </a:r>
            <a:r>
              <a:rPr lang="en-US" b="1" dirty="0">
                <a:solidFill>
                  <a:srgbClr val="00B0F0"/>
                </a:solidFill>
              </a:rPr>
              <a:t>-</a:t>
            </a:r>
            <a:r>
              <a:rPr lang="en-US" b="1" dirty="0" err="1">
                <a:solidFill>
                  <a:srgbClr val="00B0F0"/>
                </a:solidFill>
              </a:rPr>
              <a:t>ce</a:t>
            </a:r>
            <a:r>
              <a:rPr lang="en-US" b="1" dirty="0">
                <a:solidFill>
                  <a:srgbClr val="00B0F0"/>
                </a:solidFill>
              </a:rPr>
              <a:t>-que </a:t>
            </a:r>
            <a:r>
              <a:rPr lang="fr-FR" b="1" dirty="0">
                <a:solidFill>
                  <a:srgbClr val="00B0F0"/>
                </a:solidFill>
              </a:rPr>
              <a:t>Génération</a:t>
            </a:r>
            <a:r>
              <a:rPr lang="en-US" b="1" dirty="0">
                <a:solidFill>
                  <a:srgbClr val="00B0F0"/>
                </a:solidFill>
              </a:rPr>
              <a:t> Sans </a:t>
            </a:r>
            <a:r>
              <a:rPr lang="en-US" b="1" dirty="0" err="1">
                <a:solidFill>
                  <a:srgbClr val="00B0F0"/>
                </a:solidFill>
              </a:rPr>
              <a:t>Limite</a:t>
            </a:r>
            <a:r>
              <a:rPr lang="en-US" b="1" dirty="0">
                <a:solidFill>
                  <a:srgbClr val="00B0F0"/>
                </a:solidFill>
              </a:rPr>
              <a:t>? (Generation Unlimited)</a:t>
            </a:r>
          </a:p>
        </p:txBody>
      </p:sp>
      <p:sp>
        <p:nvSpPr>
          <p:cNvPr id="3" name="Content Placeholder 2">
            <a:extLst>
              <a:ext uri="{FF2B5EF4-FFF2-40B4-BE49-F238E27FC236}">
                <a16:creationId xmlns:a16="http://schemas.microsoft.com/office/drawing/2014/main" id="{40C26E63-E531-4434-9623-B75FC7A60413}"/>
              </a:ext>
            </a:extLst>
          </p:cNvPr>
          <p:cNvSpPr>
            <a:spLocks noGrp="1"/>
          </p:cNvSpPr>
          <p:nvPr>
            <p:ph idx="1"/>
          </p:nvPr>
        </p:nvSpPr>
        <p:spPr/>
        <p:txBody>
          <a:bodyPr>
            <a:normAutofit/>
          </a:bodyPr>
          <a:lstStyle/>
          <a:p>
            <a:pPr>
              <a:lnSpc>
                <a:spcPct val="150000"/>
              </a:lnSpc>
            </a:pPr>
            <a:r>
              <a:rPr lang="fr-FR" sz="2000" dirty="0">
                <a:latin typeface="Arial" panose="020B0604020202020204" pitchFamily="34" charset="0"/>
                <a:cs typeface="Arial" panose="020B0604020202020204" pitchFamily="34" charset="0"/>
              </a:rPr>
              <a:t>La Génération Sans Limite (</a:t>
            </a:r>
            <a:r>
              <a:rPr lang="fr-FR" sz="2000" dirty="0" err="1">
                <a:latin typeface="Arial" panose="020B0604020202020204" pitchFamily="34" charset="0"/>
                <a:cs typeface="Arial" panose="020B0604020202020204" pitchFamily="34" charset="0"/>
              </a:rPr>
              <a:t>GenU</a:t>
            </a:r>
            <a:r>
              <a:rPr lang="fr-FR" sz="2000" dirty="0">
                <a:latin typeface="Arial" panose="020B0604020202020204" pitchFamily="34" charset="0"/>
                <a:cs typeface="Arial" panose="020B0604020202020204" pitchFamily="34" charset="0"/>
              </a:rPr>
              <a:t>) est un partenariat mondial visant à préparer les jeunes à devenir des citoyens productifs et engagés. </a:t>
            </a:r>
          </a:p>
          <a:p>
            <a:pPr>
              <a:lnSpc>
                <a:spcPct val="150000"/>
              </a:lnSpc>
            </a:pPr>
            <a:r>
              <a:rPr lang="fr-FR" sz="2000" dirty="0" err="1">
                <a:latin typeface="Arial" panose="020B0604020202020204" pitchFamily="34" charset="0"/>
                <a:cs typeface="Arial" panose="020B0604020202020204" pitchFamily="34" charset="0"/>
              </a:rPr>
              <a:t>GenU</a:t>
            </a:r>
            <a:r>
              <a:rPr lang="fr-FR" sz="2000" dirty="0">
                <a:latin typeface="Arial" panose="020B0604020202020204" pitchFamily="34" charset="0"/>
                <a:cs typeface="Arial" panose="020B0604020202020204" pitchFamily="34" charset="0"/>
              </a:rPr>
              <a:t> établit un lien entre l’éducation et la formation d’âge secondaire et l’emploi et l’esprit d’entreprise, permettant ainsi à chaque jeune de s’épanouir dans le monde du travail.</a:t>
            </a:r>
          </a:p>
          <a:p>
            <a:pPr>
              <a:lnSpc>
                <a:spcPct val="150000"/>
              </a:lnSpc>
            </a:pPr>
            <a:r>
              <a:rPr lang="fr-FR" sz="2000" dirty="0" err="1">
                <a:latin typeface="Arial" panose="020B0604020202020204" pitchFamily="34" charset="0"/>
                <a:cs typeface="Arial" panose="020B0604020202020204" pitchFamily="34" charset="0"/>
              </a:rPr>
              <a:t>GenU</a:t>
            </a:r>
            <a:r>
              <a:rPr lang="fr-FR" sz="2000" dirty="0">
                <a:latin typeface="Arial" panose="020B0604020202020204" pitchFamily="34" charset="0"/>
                <a:cs typeface="Arial" panose="020B0604020202020204" pitchFamily="34" charset="0"/>
              </a:rPr>
              <a:t> réunit les jeunes, le secteur privé, les gouvernements, les organisations multilatérales, le secteur privé et de la société civile pour relever ce défi urgent. </a:t>
            </a:r>
          </a:p>
        </p:txBody>
      </p:sp>
      <p:pic>
        <p:nvPicPr>
          <p:cNvPr id="5" name="Picture 4">
            <a:extLst>
              <a:ext uri="{FF2B5EF4-FFF2-40B4-BE49-F238E27FC236}">
                <a16:creationId xmlns:a16="http://schemas.microsoft.com/office/drawing/2014/main" id="{78A989E0-1863-4FBE-94AE-E2D6DD7E9CFC}"/>
              </a:ext>
            </a:extLst>
          </p:cNvPr>
          <p:cNvPicPr>
            <a:picLocks noChangeAspect="1"/>
          </p:cNvPicPr>
          <p:nvPr/>
        </p:nvPicPr>
        <p:blipFill>
          <a:blip r:embed="rId2"/>
          <a:stretch>
            <a:fillRect/>
          </a:stretch>
        </p:blipFill>
        <p:spPr>
          <a:xfrm>
            <a:off x="10500585" y="5260987"/>
            <a:ext cx="1438228" cy="1392685"/>
          </a:xfrm>
          <a:prstGeom prst="rect">
            <a:avLst/>
          </a:prstGeom>
        </p:spPr>
      </p:pic>
      <p:sp>
        <p:nvSpPr>
          <p:cNvPr id="6" name="Slide Number Placeholder 8">
            <a:extLst>
              <a:ext uri="{FF2B5EF4-FFF2-40B4-BE49-F238E27FC236}">
                <a16:creationId xmlns:a16="http://schemas.microsoft.com/office/drawing/2014/main" id="{D96997AC-1E2E-4F33-B38F-A66CCA15D8D8}"/>
              </a:ext>
            </a:extLst>
          </p:cNvPr>
          <p:cNvSpPr txBox="1">
            <a:spLocks/>
          </p:cNvSpPr>
          <p:nvPr/>
        </p:nvSpPr>
        <p:spPr>
          <a:xfrm>
            <a:off x="9320073" y="638438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2D1934C-5B33-4B0D-88E3-803271ED8552}" type="slidenum">
              <a:rPr lang="en-US" smtClean="0"/>
              <a:pPr/>
              <a:t>2</a:t>
            </a:fld>
            <a:endParaRPr lang="en-US" dirty="0"/>
          </a:p>
        </p:txBody>
      </p:sp>
    </p:spTree>
    <p:extLst>
      <p:ext uri="{BB962C8B-B14F-4D97-AF65-F5344CB8AC3E}">
        <p14:creationId xmlns:p14="http://schemas.microsoft.com/office/powerpoint/2010/main" val="1616042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FFB6B-DAF7-49E4-8D57-97164CD94675}"/>
              </a:ext>
            </a:extLst>
          </p:cNvPr>
          <p:cNvSpPr>
            <a:spLocks noGrp="1"/>
          </p:cNvSpPr>
          <p:nvPr>
            <p:ph type="title"/>
          </p:nvPr>
        </p:nvSpPr>
        <p:spPr>
          <a:xfrm>
            <a:off x="648070" y="365126"/>
            <a:ext cx="10705730" cy="957648"/>
          </a:xfrm>
          <a:ln w="57150">
            <a:solidFill>
              <a:schemeClr val="accent2"/>
            </a:solidFill>
          </a:ln>
        </p:spPr>
        <p:txBody>
          <a:bodyPr/>
          <a:lstStyle/>
          <a:p>
            <a:pPr algn="ctr"/>
            <a:r>
              <a:rPr lang="fr-FR" b="1">
                <a:solidFill>
                  <a:srgbClr val="00B0F0"/>
                </a:solidFill>
              </a:rPr>
              <a:t>Objectifs</a:t>
            </a:r>
            <a:r>
              <a:rPr lang="en-US" b="1">
                <a:solidFill>
                  <a:srgbClr val="00B0F0"/>
                </a:solidFill>
              </a:rPr>
              <a:t> </a:t>
            </a:r>
            <a:r>
              <a:rPr lang="fr-FR" b="1">
                <a:solidFill>
                  <a:srgbClr val="00B0F0"/>
                </a:solidFill>
              </a:rPr>
              <a:t>stratégiques</a:t>
            </a:r>
            <a:r>
              <a:rPr lang="en-US" b="1">
                <a:solidFill>
                  <a:srgbClr val="00B0F0"/>
                </a:solidFill>
              </a:rPr>
              <a:t> du GenU</a:t>
            </a:r>
            <a:endParaRPr lang="en-US" b="1" dirty="0">
              <a:solidFill>
                <a:srgbClr val="00B0F0"/>
              </a:solidFill>
            </a:endParaRPr>
          </a:p>
        </p:txBody>
      </p:sp>
      <p:sp>
        <p:nvSpPr>
          <p:cNvPr id="3" name="Content Placeholder 2">
            <a:extLst>
              <a:ext uri="{FF2B5EF4-FFF2-40B4-BE49-F238E27FC236}">
                <a16:creationId xmlns:a16="http://schemas.microsoft.com/office/drawing/2014/main" id="{F6B44BC0-D9E6-4233-A875-A19E9B9E0928}"/>
              </a:ext>
            </a:extLst>
          </p:cNvPr>
          <p:cNvSpPr>
            <a:spLocks noGrp="1"/>
          </p:cNvSpPr>
          <p:nvPr>
            <p:ph idx="1"/>
          </p:nvPr>
        </p:nvSpPr>
        <p:spPr>
          <a:xfrm>
            <a:off x="399495" y="1562470"/>
            <a:ext cx="11088210" cy="4561855"/>
          </a:xfrm>
        </p:spPr>
        <p:txBody>
          <a:bodyPr>
            <a:noAutofit/>
          </a:bodyPr>
          <a:lstStyle/>
          <a:p>
            <a:pPr marL="457200" indent="-457200">
              <a:lnSpc>
                <a:spcPct val="150000"/>
              </a:lnSpc>
              <a:buClr>
                <a:srgbClr val="E68042"/>
              </a:buClr>
              <a:buFont typeface="+mj-lt"/>
              <a:buAutoNum type="arabicPeriod"/>
            </a:pPr>
            <a:r>
              <a:rPr lang="fr-FR" sz="2300" b="1" dirty="0">
                <a:latin typeface="Arial" panose="020B0604020202020204" pitchFamily="34" charset="0"/>
                <a:cs typeface="Arial" panose="020B0604020202020204" pitchFamily="34" charset="0"/>
              </a:rPr>
              <a:t>Éducation et formation: </a:t>
            </a:r>
          </a:p>
          <a:p>
            <a:pPr>
              <a:lnSpc>
                <a:spcPct val="100000"/>
              </a:lnSpc>
            </a:pPr>
            <a:r>
              <a:rPr lang="fr-FR" sz="2400" dirty="0">
                <a:latin typeface="Arial" panose="020B0604020202020204" pitchFamily="34" charset="0"/>
                <a:cs typeface="Arial" panose="020B0604020202020204" pitchFamily="34" charset="0"/>
              </a:rPr>
              <a:t>Transformer l'expérience scolaire formelle pour développer les compétences des jeunes. </a:t>
            </a:r>
          </a:p>
          <a:p>
            <a:pPr>
              <a:lnSpc>
                <a:spcPct val="100000"/>
              </a:lnSpc>
            </a:pPr>
            <a:r>
              <a:rPr lang="fr-FR" sz="2400" dirty="0">
                <a:latin typeface="Arial" panose="020B0604020202020204" pitchFamily="34" charset="0"/>
                <a:cs typeface="Arial" panose="020B0604020202020204" pitchFamily="34" charset="0"/>
              </a:rPr>
              <a:t>Donner aux jeunes en dehors de l'école formelle des opportunités pour la formation, le développement des compétences et l'éducation supplémentaire</a:t>
            </a:r>
          </a:p>
          <a:p>
            <a:pPr marL="0" indent="0">
              <a:lnSpc>
                <a:spcPct val="100000"/>
              </a:lnSpc>
              <a:buNone/>
            </a:pPr>
            <a:r>
              <a:rPr lang="fr-FR" sz="2300" b="1" dirty="0">
                <a:solidFill>
                  <a:schemeClr val="accent2"/>
                </a:solidFill>
                <a:latin typeface="Arial" panose="020B0604020202020204" pitchFamily="34" charset="0"/>
                <a:cs typeface="Arial" panose="020B0604020202020204" pitchFamily="34" charset="0"/>
              </a:rPr>
              <a:t>2. </a:t>
            </a:r>
            <a:r>
              <a:rPr lang="fr-FR" sz="2300" b="1" dirty="0">
                <a:latin typeface="Arial" panose="020B0604020202020204" pitchFamily="34" charset="0"/>
                <a:cs typeface="Arial" panose="020B0604020202020204" pitchFamily="34" charset="0"/>
              </a:rPr>
              <a:t>Emploi : </a:t>
            </a:r>
          </a:p>
          <a:p>
            <a:pPr>
              <a:lnSpc>
                <a:spcPct val="100000"/>
              </a:lnSpc>
            </a:pPr>
            <a:r>
              <a:rPr lang="fr-FR" sz="2400" dirty="0">
                <a:latin typeface="Arial" panose="020B0604020202020204" pitchFamily="34" charset="0"/>
                <a:cs typeface="Arial" panose="020B0604020202020204" pitchFamily="34" charset="0"/>
              </a:rPr>
              <a:t>Améliorer les liens entre les jeunes et les opportunités de travail existantes </a:t>
            </a:r>
          </a:p>
          <a:p>
            <a:pPr marL="0" indent="0">
              <a:lnSpc>
                <a:spcPct val="100000"/>
              </a:lnSpc>
              <a:buNone/>
            </a:pPr>
            <a:r>
              <a:rPr lang="fr-FR" sz="2400" dirty="0">
                <a:latin typeface="Arial" panose="020B0604020202020204" pitchFamily="34" charset="0"/>
                <a:cs typeface="Arial" panose="020B0604020202020204" pitchFamily="34" charset="0"/>
              </a:rPr>
              <a:t>et disponibles pour eux</a:t>
            </a:r>
          </a:p>
          <a:p>
            <a:pPr>
              <a:lnSpc>
                <a:spcPct val="100000"/>
              </a:lnSpc>
            </a:pPr>
            <a:r>
              <a:rPr lang="fr-FR" sz="2400" dirty="0">
                <a:latin typeface="Arial" panose="020B0604020202020204" pitchFamily="34" charset="0"/>
                <a:cs typeface="Arial" panose="020B0604020202020204" pitchFamily="34" charset="0"/>
              </a:rPr>
              <a:t>Augmenter le nombre d'opportunités de travail de qualité disponibles </a:t>
            </a:r>
            <a:br>
              <a:rPr lang="fr-FR" sz="2400" dirty="0">
                <a:latin typeface="Arial" panose="020B0604020202020204" pitchFamily="34" charset="0"/>
                <a:cs typeface="Arial" panose="020B0604020202020204" pitchFamily="34" charset="0"/>
              </a:rPr>
            </a:br>
            <a:r>
              <a:rPr lang="fr-FR" sz="2400" dirty="0">
                <a:latin typeface="Arial" panose="020B0604020202020204" pitchFamily="34" charset="0"/>
                <a:cs typeface="Arial" panose="020B0604020202020204" pitchFamily="34" charset="0"/>
              </a:rPr>
              <a:t>aux jeunes</a:t>
            </a:r>
          </a:p>
          <a:p>
            <a:pPr marL="0" indent="0">
              <a:lnSpc>
                <a:spcPct val="150000"/>
              </a:lnSpc>
              <a:buClr>
                <a:srgbClr val="E68042"/>
              </a:buClr>
              <a:buNone/>
            </a:pPr>
            <a:endParaRPr lang="fr-FR" sz="2300" dirty="0">
              <a:latin typeface="Arial" panose="020B0604020202020204" pitchFamily="34" charset="0"/>
              <a:cs typeface="Arial" panose="020B0604020202020204" pitchFamily="34" charset="0"/>
            </a:endParaRPr>
          </a:p>
          <a:p>
            <a:pPr>
              <a:lnSpc>
                <a:spcPct val="150000"/>
              </a:lnSpc>
            </a:pPr>
            <a:endParaRPr lang="en-US" sz="2300" dirty="0">
              <a:latin typeface="Arial" panose="020B0604020202020204" pitchFamily="34" charset="0"/>
              <a:cs typeface="Arial" panose="020B0604020202020204" pitchFamily="34" charset="0"/>
            </a:endParaRPr>
          </a:p>
        </p:txBody>
      </p:sp>
      <p:sp>
        <p:nvSpPr>
          <p:cNvPr id="8" name="Slide Number Placeholder 8">
            <a:extLst>
              <a:ext uri="{FF2B5EF4-FFF2-40B4-BE49-F238E27FC236}">
                <a16:creationId xmlns:a16="http://schemas.microsoft.com/office/drawing/2014/main" id="{B5A4153F-35CF-4461-B7ED-7F7995BE8DA8}"/>
              </a:ext>
            </a:extLst>
          </p:cNvPr>
          <p:cNvSpPr>
            <a:spLocks noGrp="1"/>
          </p:cNvSpPr>
          <p:nvPr>
            <p:ph type="sldNum" sz="quarter" idx="12"/>
          </p:nvPr>
        </p:nvSpPr>
        <p:spPr>
          <a:xfrm>
            <a:off x="9388823" y="6384380"/>
            <a:ext cx="2743200" cy="365125"/>
          </a:xfrm>
        </p:spPr>
        <p:txBody>
          <a:bodyPr/>
          <a:lstStyle/>
          <a:p>
            <a:fld id="{52D1934C-5B33-4B0D-88E3-803271ED8552}" type="slidenum">
              <a:rPr lang="en-US" smtClean="0"/>
              <a:t>3</a:t>
            </a:fld>
            <a:endParaRPr lang="en-US" dirty="0"/>
          </a:p>
        </p:txBody>
      </p:sp>
      <p:pic>
        <p:nvPicPr>
          <p:cNvPr id="9" name="Picture 8">
            <a:extLst>
              <a:ext uri="{FF2B5EF4-FFF2-40B4-BE49-F238E27FC236}">
                <a16:creationId xmlns:a16="http://schemas.microsoft.com/office/drawing/2014/main" id="{062CD7A4-0B0D-4463-A7A7-839A9333FDCE}"/>
              </a:ext>
            </a:extLst>
          </p:cNvPr>
          <p:cNvPicPr>
            <a:picLocks noChangeAspect="1"/>
          </p:cNvPicPr>
          <p:nvPr/>
        </p:nvPicPr>
        <p:blipFill>
          <a:blip r:embed="rId2"/>
          <a:stretch>
            <a:fillRect/>
          </a:stretch>
        </p:blipFill>
        <p:spPr>
          <a:xfrm>
            <a:off x="10500585" y="5260987"/>
            <a:ext cx="1438228" cy="1392685"/>
          </a:xfrm>
          <a:prstGeom prst="rect">
            <a:avLst/>
          </a:prstGeom>
        </p:spPr>
      </p:pic>
    </p:spTree>
    <p:extLst>
      <p:ext uri="{BB962C8B-B14F-4D97-AF65-F5344CB8AC3E}">
        <p14:creationId xmlns:p14="http://schemas.microsoft.com/office/powerpoint/2010/main" val="3184119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79AAF-0803-4027-BB5A-89E18855B127}"/>
              </a:ext>
            </a:extLst>
          </p:cNvPr>
          <p:cNvSpPr>
            <a:spLocks noGrp="1"/>
          </p:cNvSpPr>
          <p:nvPr>
            <p:ph type="title"/>
          </p:nvPr>
        </p:nvSpPr>
        <p:spPr>
          <a:xfrm>
            <a:off x="567204" y="381376"/>
            <a:ext cx="10515600" cy="940217"/>
          </a:xfrm>
          <a:ln w="57150">
            <a:solidFill>
              <a:schemeClr val="accent2"/>
            </a:solidFill>
          </a:ln>
        </p:spPr>
        <p:txBody>
          <a:bodyPr/>
          <a:lstStyle/>
          <a:p>
            <a:pPr algn="ctr"/>
            <a:r>
              <a:rPr lang="fr-FR" b="1">
                <a:solidFill>
                  <a:srgbClr val="00B0F0"/>
                </a:solidFill>
              </a:rPr>
              <a:t>Objectifs</a:t>
            </a:r>
            <a:r>
              <a:rPr lang="en-US" b="1">
                <a:solidFill>
                  <a:srgbClr val="00B0F0"/>
                </a:solidFill>
              </a:rPr>
              <a:t> </a:t>
            </a:r>
            <a:r>
              <a:rPr lang="fr-FR" b="1">
                <a:solidFill>
                  <a:srgbClr val="00B0F0"/>
                </a:solidFill>
              </a:rPr>
              <a:t>stratégiques</a:t>
            </a:r>
            <a:r>
              <a:rPr lang="en-US" b="1">
                <a:solidFill>
                  <a:srgbClr val="00B0F0"/>
                </a:solidFill>
              </a:rPr>
              <a:t> du GenU (suite)</a:t>
            </a:r>
            <a:endParaRPr lang="fr-FR" dirty="0">
              <a:solidFill>
                <a:srgbClr val="00B0F0"/>
              </a:solidFill>
            </a:endParaRPr>
          </a:p>
        </p:txBody>
      </p:sp>
      <p:sp>
        <p:nvSpPr>
          <p:cNvPr id="3" name="Content Placeholder 2">
            <a:extLst>
              <a:ext uri="{FF2B5EF4-FFF2-40B4-BE49-F238E27FC236}">
                <a16:creationId xmlns:a16="http://schemas.microsoft.com/office/drawing/2014/main" id="{9305F160-5E2D-4F0F-8AAA-397C69CD6D9C}"/>
              </a:ext>
            </a:extLst>
          </p:cNvPr>
          <p:cNvSpPr>
            <a:spLocks noGrp="1"/>
          </p:cNvSpPr>
          <p:nvPr>
            <p:ph idx="1"/>
          </p:nvPr>
        </p:nvSpPr>
        <p:spPr>
          <a:xfrm>
            <a:off x="558060" y="1655177"/>
            <a:ext cx="10515600" cy="4351338"/>
          </a:xfrm>
        </p:spPr>
        <p:txBody>
          <a:bodyPr>
            <a:normAutofit/>
          </a:bodyPr>
          <a:lstStyle/>
          <a:p>
            <a:pPr marL="0" indent="0">
              <a:lnSpc>
                <a:spcPct val="150000"/>
              </a:lnSpc>
              <a:buClr>
                <a:schemeClr val="accent2"/>
              </a:buClr>
              <a:buNone/>
            </a:pPr>
            <a:r>
              <a:rPr lang="fr-FR" sz="2300" b="1" dirty="0">
                <a:solidFill>
                  <a:schemeClr val="accent2"/>
                </a:solidFill>
                <a:latin typeface="Arial" panose="020B0604020202020204" pitchFamily="34" charset="0"/>
                <a:cs typeface="Arial" panose="020B0604020202020204" pitchFamily="34" charset="0"/>
              </a:rPr>
              <a:t>3. </a:t>
            </a:r>
            <a:r>
              <a:rPr lang="fr-FR" sz="2300" b="1" dirty="0">
                <a:latin typeface="Arial" panose="020B0604020202020204" pitchFamily="34" charset="0"/>
                <a:cs typeface="Arial" panose="020B0604020202020204" pitchFamily="34" charset="0"/>
              </a:rPr>
              <a:t>Entrepreneuriat</a:t>
            </a:r>
            <a:r>
              <a:rPr lang="fr-FR" sz="2000" dirty="0">
                <a:latin typeface="Arial" panose="020B0604020202020204" pitchFamily="34" charset="0"/>
                <a:cs typeface="Arial" panose="020B0604020202020204" pitchFamily="34" charset="0"/>
              </a:rPr>
              <a:t> : Encourager l'entrepreneuriat en tant qu'esprit et moyen de subsistance </a:t>
            </a:r>
          </a:p>
          <a:p>
            <a:pPr marL="0" indent="0">
              <a:lnSpc>
                <a:spcPct val="150000"/>
              </a:lnSpc>
              <a:buClr>
                <a:schemeClr val="accent2"/>
              </a:buClr>
              <a:buNone/>
            </a:pPr>
            <a:r>
              <a:rPr lang="fr-FR" sz="2000" b="1" dirty="0">
                <a:solidFill>
                  <a:schemeClr val="accent2"/>
                </a:solidFill>
                <a:latin typeface="Arial" panose="020B0604020202020204" pitchFamily="34" charset="0"/>
                <a:cs typeface="Arial" panose="020B0604020202020204" pitchFamily="34" charset="0"/>
              </a:rPr>
              <a:t>4. </a:t>
            </a:r>
            <a:r>
              <a:rPr lang="fr-FR" sz="2000" b="1" dirty="0" err="1">
                <a:latin typeface="Arial" panose="020B0604020202020204" pitchFamily="34" charset="0"/>
                <a:cs typeface="Arial" panose="020B0604020202020204" pitchFamily="34" charset="0"/>
              </a:rPr>
              <a:t>Equité</a:t>
            </a:r>
            <a:r>
              <a:rPr lang="fr-FR" sz="2000" b="1" dirty="0">
                <a:latin typeface="Arial" panose="020B0604020202020204" pitchFamily="34" charset="0"/>
                <a:cs typeface="Arial" panose="020B0604020202020204" pitchFamily="34" charset="0"/>
              </a:rPr>
              <a:t> et engagement: </a:t>
            </a:r>
          </a:p>
          <a:p>
            <a:pPr>
              <a:lnSpc>
                <a:spcPct val="150000"/>
              </a:lnSpc>
            </a:pPr>
            <a:r>
              <a:rPr lang="fr-FR" sz="2000" dirty="0">
                <a:latin typeface="Arial" panose="020B0604020202020204" pitchFamily="34" charset="0"/>
                <a:cs typeface="Arial" panose="020B0604020202020204" pitchFamily="34" charset="0"/>
              </a:rPr>
              <a:t>Promouvoir un accès équitable à l’éducation, la formation, l’emploi, l'esprit d'entreprise et l’engagement civique</a:t>
            </a:r>
          </a:p>
          <a:p>
            <a:pPr>
              <a:lnSpc>
                <a:spcPct val="150000"/>
              </a:lnSpc>
            </a:pPr>
            <a:r>
              <a:rPr lang="fr-FR" sz="2000" dirty="0">
                <a:latin typeface="Arial" panose="020B0604020202020204" pitchFamily="34" charset="0"/>
                <a:cs typeface="Arial" panose="020B0604020202020204" pitchFamily="34" charset="0"/>
              </a:rPr>
              <a:t>Équiper les jeunes en tant qu’agents de changement et membres engagés de la société qui contribuent à créer un monde meilleur</a:t>
            </a:r>
          </a:p>
          <a:p>
            <a:pPr>
              <a:lnSpc>
                <a:spcPct val="150000"/>
              </a:lnSpc>
            </a:pPr>
            <a:endParaRPr lang="fr-FR" sz="2000" dirty="0"/>
          </a:p>
        </p:txBody>
      </p:sp>
      <p:sp>
        <p:nvSpPr>
          <p:cNvPr id="7" name="Slide Number Placeholder 6">
            <a:extLst>
              <a:ext uri="{FF2B5EF4-FFF2-40B4-BE49-F238E27FC236}">
                <a16:creationId xmlns:a16="http://schemas.microsoft.com/office/drawing/2014/main" id="{DA24EDEE-1BC1-4848-A61B-C7D8B8F90DAE}"/>
              </a:ext>
            </a:extLst>
          </p:cNvPr>
          <p:cNvSpPr>
            <a:spLocks noGrp="1"/>
          </p:cNvSpPr>
          <p:nvPr>
            <p:ph type="sldNum" sz="quarter" idx="12"/>
          </p:nvPr>
        </p:nvSpPr>
        <p:spPr>
          <a:xfrm>
            <a:off x="9373515" y="6381377"/>
            <a:ext cx="2743200" cy="365125"/>
          </a:xfrm>
        </p:spPr>
        <p:txBody>
          <a:bodyPr/>
          <a:lstStyle/>
          <a:p>
            <a:fld id="{52D1934C-5B33-4B0D-88E3-803271ED8552}" type="slidenum">
              <a:rPr lang="en-US" smtClean="0"/>
              <a:t>4</a:t>
            </a:fld>
            <a:endParaRPr lang="en-US" dirty="0"/>
          </a:p>
        </p:txBody>
      </p:sp>
      <p:pic>
        <p:nvPicPr>
          <p:cNvPr id="9" name="Picture 8">
            <a:extLst>
              <a:ext uri="{FF2B5EF4-FFF2-40B4-BE49-F238E27FC236}">
                <a16:creationId xmlns:a16="http://schemas.microsoft.com/office/drawing/2014/main" id="{86CB135A-6429-4EE2-8584-933839E32242}"/>
              </a:ext>
            </a:extLst>
          </p:cNvPr>
          <p:cNvPicPr>
            <a:picLocks noChangeAspect="1"/>
          </p:cNvPicPr>
          <p:nvPr/>
        </p:nvPicPr>
        <p:blipFill>
          <a:blip r:embed="rId2"/>
          <a:stretch>
            <a:fillRect/>
          </a:stretch>
        </p:blipFill>
        <p:spPr>
          <a:xfrm>
            <a:off x="10500585" y="5260987"/>
            <a:ext cx="1438228" cy="1392685"/>
          </a:xfrm>
          <a:prstGeom prst="rect">
            <a:avLst/>
          </a:prstGeom>
        </p:spPr>
      </p:pic>
    </p:spTree>
    <p:extLst>
      <p:ext uri="{BB962C8B-B14F-4D97-AF65-F5344CB8AC3E}">
        <p14:creationId xmlns:p14="http://schemas.microsoft.com/office/powerpoint/2010/main" val="774152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B8924-B172-4206-9A0A-C60AEE4E1FDD}"/>
              </a:ext>
            </a:extLst>
          </p:cNvPr>
          <p:cNvSpPr>
            <a:spLocks noGrp="1"/>
          </p:cNvSpPr>
          <p:nvPr>
            <p:ph type="title"/>
          </p:nvPr>
        </p:nvSpPr>
        <p:spPr>
          <a:xfrm>
            <a:off x="616259" y="310353"/>
            <a:ext cx="9871229" cy="1122211"/>
          </a:xfrm>
          <a:ln w="57150">
            <a:solidFill>
              <a:srgbClr val="ED7E33"/>
            </a:solidFill>
          </a:ln>
        </p:spPr>
        <p:txBody>
          <a:bodyPr/>
          <a:lstStyle/>
          <a:p>
            <a:pPr algn="ctr"/>
            <a:r>
              <a:rPr lang="en-US" b="1" dirty="0" err="1">
                <a:solidFill>
                  <a:srgbClr val="00B0F0"/>
                </a:solidFill>
              </a:rPr>
              <a:t>C’est</a:t>
            </a:r>
            <a:r>
              <a:rPr lang="en-US" b="1" dirty="0">
                <a:solidFill>
                  <a:srgbClr val="00B0F0"/>
                </a:solidFill>
              </a:rPr>
              <a:t> quoi le Youth Challenge?</a:t>
            </a:r>
          </a:p>
        </p:txBody>
      </p:sp>
      <p:sp>
        <p:nvSpPr>
          <p:cNvPr id="3" name="Content Placeholder 2">
            <a:extLst>
              <a:ext uri="{FF2B5EF4-FFF2-40B4-BE49-F238E27FC236}">
                <a16:creationId xmlns:a16="http://schemas.microsoft.com/office/drawing/2014/main" id="{CAB1E79E-9537-4FF1-9885-21CBF0C1C730}"/>
              </a:ext>
            </a:extLst>
          </p:cNvPr>
          <p:cNvSpPr>
            <a:spLocks noGrp="1"/>
          </p:cNvSpPr>
          <p:nvPr>
            <p:ph idx="1"/>
          </p:nvPr>
        </p:nvSpPr>
        <p:spPr>
          <a:xfrm>
            <a:off x="616259" y="1635203"/>
            <a:ext cx="10515600" cy="4351338"/>
          </a:xfrm>
        </p:spPr>
        <p:txBody>
          <a:bodyPr>
            <a:normAutofit/>
          </a:bodyPr>
          <a:lstStyle/>
          <a:p>
            <a:pPr>
              <a:lnSpc>
                <a:spcPct val="150000"/>
              </a:lnSpc>
              <a:buClr>
                <a:srgbClr val="EB6E19"/>
              </a:buClr>
              <a:buFont typeface="Wingdings" panose="05000000000000000000" pitchFamily="2" charset="2"/>
              <a:buChar char="q"/>
            </a:pPr>
            <a:r>
              <a:rPr lang="fr-FR" sz="2000" dirty="0">
                <a:latin typeface="Arial" panose="020B0604020202020204" pitchFamily="34" charset="0"/>
                <a:cs typeface="Arial" panose="020B0604020202020204" pitchFamily="34" charset="0"/>
              </a:rPr>
              <a:t> Le </a:t>
            </a:r>
            <a:r>
              <a:rPr lang="fr-FR" sz="2000" dirty="0" err="1">
                <a:latin typeface="Arial" panose="020B0604020202020204" pitchFamily="34" charset="0"/>
                <a:cs typeface="Arial" panose="020B0604020202020204" pitchFamily="34" charset="0"/>
              </a:rPr>
              <a:t>Youth</a:t>
            </a:r>
            <a:r>
              <a:rPr lang="fr-FR" sz="2000" dirty="0">
                <a:latin typeface="Arial" panose="020B0604020202020204" pitchFamily="34" charset="0"/>
                <a:cs typeface="Arial" panose="020B0604020202020204" pitchFamily="34" charset="0"/>
              </a:rPr>
              <a:t> Challenge ou défi pour les jeunes  est une initiative qui appelle les jeunes innovateurs à concevoir des solutions pour améliorer l'éducation, l'emploi et l'engagement civique.</a:t>
            </a:r>
          </a:p>
          <a:p>
            <a:pPr>
              <a:lnSpc>
                <a:spcPct val="150000"/>
              </a:lnSpc>
              <a:buClr>
                <a:srgbClr val="EB6E19"/>
              </a:buClr>
              <a:buFont typeface="Wingdings" panose="05000000000000000000" pitchFamily="2" charset="2"/>
              <a:buChar char="q"/>
            </a:pPr>
            <a:r>
              <a:rPr lang="fr-FR" sz="2000" dirty="0">
                <a:latin typeface="Arial" panose="020B0604020202020204" pitchFamily="34" charset="0"/>
                <a:cs typeface="Arial" panose="020B0604020202020204" pitchFamily="34" charset="0"/>
              </a:rPr>
              <a:t> Il vise à inspirer les jeunes avec des idées brillantes, mais qui n’ont pas de ressources pour les concrétiser. </a:t>
            </a:r>
          </a:p>
          <a:p>
            <a:pPr>
              <a:lnSpc>
                <a:spcPct val="150000"/>
              </a:lnSpc>
              <a:buClr>
                <a:srgbClr val="EB6E19"/>
              </a:buClr>
              <a:buFont typeface="Wingdings" panose="05000000000000000000" pitchFamily="2" charset="2"/>
              <a:buChar char="q"/>
            </a:pPr>
            <a:r>
              <a:rPr lang="fr-FR" sz="2000" dirty="0">
                <a:latin typeface="Arial" panose="020B0604020202020204" pitchFamily="34" charset="0"/>
                <a:cs typeface="Arial" panose="020B0604020202020204" pitchFamily="34" charset="0"/>
              </a:rPr>
              <a:t> Cela inclut les jeunes réfugiés, ceux qui font face à une discrimination quotidienne en raison de leur appartenance ethnique, de leur sexe ou de leur handicap </a:t>
            </a:r>
            <a:br>
              <a:rPr lang="fr-FR" sz="2000" dirty="0">
                <a:latin typeface="Arial" panose="020B0604020202020204" pitchFamily="34" charset="0"/>
                <a:cs typeface="Arial" panose="020B0604020202020204" pitchFamily="34" charset="0"/>
              </a:rPr>
            </a:br>
            <a:r>
              <a:rPr lang="fr-FR" sz="2000" dirty="0">
                <a:latin typeface="Arial" panose="020B0604020202020204" pitchFamily="34" charset="0"/>
                <a:cs typeface="Arial" panose="020B0604020202020204" pitchFamily="34" charset="0"/>
              </a:rPr>
              <a:t>et ceux qui sont désavantagés par la pauvreté.</a:t>
            </a:r>
            <a:endParaRPr lang="en-US" sz="2000" dirty="0">
              <a:latin typeface="Arial" panose="020B0604020202020204" pitchFamily="34" charset="0"/>
              <a:cs typeface="Arial" panose="020B0604020202020204" pitchFamily="34" charset="0"/>
            </a:endParaRPr>
          </a:p>
        </p:txBody>
      </p:sp>
      <p:sp>
        <p:nvSpPr>
          <p:cNvPr id="8" name="Slide Number Placeholder 7">
            <a:extLst>
              <a:ext uri="{FF2B5EF4-FFF2-40B4-BE49-F238E27FC236}">
                <a16:creationId xmlns:a16="http://schemas.microsoft.com/office/drawing/2014/main" id="{BB8AC345-0C0D-4D7C-A714-964AC570F18B}"/>
              </a:ext>
            </a:extLst>
          </p:cNvPr>
          <p:cNvSpPr>
            <a:spLocks noGrp="1"/>
          </p:cNvSpPr>
          <p:nvPr>
            <p:ph type="sldNum" sz="quarter" idx="12"/>
          </p:nvPr>
        </p:nvSpPr>
        <p:spPr>
          <a:xfrm>
            <a:off x="9380050" y="6388525"/>
            <a:ext cx="2743200" cy="365125"/>
          </a:xfrm>
        </p:spPr>
        <p:txBody>
          <a:bodyPr/>
          <a:lstStyle/>
          <a:p>
            <a:fld id="{52D1934C-5B33-4B0D-88E3-803271ED8552}" type="slidenum">
              <a:rPr lang="en-US" smtClean="0"/>
              <a:t>5</a:t>
            </a:fld>
            <a:endParaRPr lang="en-US" dirty="0"/>
          </a:p>
        </p:txBody>
      </p:sp>
      <p:pic>
        <p:nvPicPr>
          <p:cNvPr id="10" name="Picture 9">
            <a:extLst>
              <a:ext uri="{FF2B5EF4-FFF2-40B4-BE49-F238E27FC236}">
                <a16:creationId xmlns:a16="http://schemas.microsoft.com/office/drawing/2014/main" id="{F11B8646-847E-4BA0-BBF7-47F5F9144FE9}"/>
              </a:ext>
            </a:extLst>
          </p:cNvPr>
          <p:cNvPicPr>
            <a:picLocks noChangeAspect="1"/>
          </p:cNvPicPr>
          <p:nvPr/>
        </p:nvPicPr>
        <p:blipFill>
          <a:blip r:embed="rId2"/>
          <a:stretch>
            <a:fillRect/>
          </a:stretch>
        </p:blipFill>
        <p:spPr>
          <a:xfrm>
            <a:off x="10500585" y="5260987"/>
            <a:ext cx="1438228" cy="1392685"/>
          </a:xfrm>
          <a:prstGeom prst="rect">
            <a:avLst/>
          </a:prstGeom>
        </p:spPr>
      </p:pic>
    </p:spTree>
    <p:extLst>
      <p:ext uri="{BB962C8B-B14F-4D97-AF65-F5344CB8AC3E}">
        <p14:creationId xmlns:p14="http://schemas.microsoft.com/office/powerpoint/2010/main" val="248988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7380B3-78F2-40D1-8AC1-135B1AD4BEBC}"/>
              </a:ext>
            </a:extLst>
          </p:cNvPr>
          <p:cNvPicPr>
            <a:picLocks noChangeAspect="1"/>
          </p:cNvPicPr>
          <p:nvPr/>
        </p:nvPicPr>
        <p:blipFill>
          <a:blip r:embed="rId2"/>
          <a:stretch>
            <a:fillRect/>
          </a:stretch>
        </p:blipFill>
        <p:spPr>
          <a:xfrm>
            <a:off x="10493761" y="5426364"/>
            <a:ext cx="1438228" cy="1392685"/>
          </a:xfrm>
          <a:prstGeom prst="rect">
            <a:avLst/>
          </a:prstGeom>
        </p:spPr>
      </p:pic>
      <p:sp>
        <p:nvSpPr>
          <p:cNvPr id="2" name="Title 1">
            <a:extLst>
              <a:ext uri="{FF2B5EF4-FFF2-40B4-BE49-F238E27FC236}">
                <a16:creationId xmlns:a16="http://schemas.microsoft.com/office/drawing/2014/main" id="{4E609681-CA93-4C98-8F3D-4B245DBC7D00}"/>
              </a:ext>
            </a:extLst>
          </p:cNvPr>
          <p:cNvSpPr>
            <a:spLocks noGrp="1"/>
          </p:cNvSpPr>
          <p:nvPr>
            <p:ph type="title"/>
          </p:nvPr>
        </p:nvSpPr>
        <p:spPr>
          <a:xfrm>
            <a:off x="772357" y="365126"/>
            <a:ext cx="10581443" cy="939892"/>
          </a:xfrm>
          <a:ln w="57150">
            <a:solidFill>
              <a:schemeClr val="accent2"/>
            </a:solidFill>
          </a:ln>
        </p:spPr>
        <p:txBody>
          <a:bodyPr/>
          <a:lstStyle/>
          <a:p>
            <a:r>
              <a:rPr lang="fr-FR" b="1" dirty="0">
                <a:solidFill>
                  <a:srgbClr val="00B0F0"/>
                </a:solidFill>
              </a:rPr>
              <a:t>Les objectifs du Youth Challenge</a:t>
            </a:r>
          </a:p>
        </p:txBody>
      </p:sp>
      <p:sp>
        <p:nvSpPr>
          <p:cNvPr id="3" name="Content Placeholder 2">
            <a:extLst>
              <a:ext uri="{FF2B5EF4-FFF2-40B4-BE49-F238E27FC236}">
                <a16:creationId xmlns:a16="http://schemas.microsoft.com/office/drawing/2014/main" id="{FF704555-763E-468A-A1DB-94A8A44040C6}"/>
              </a:ext>
            </a:extLst>
          </p:cNvPr>
          <p:cNvSpPr>
            <a:spLocks noGrp="1"/>
          </p:cNvSpPr>
          <p:nvPr>
            <p:ph idx="1"/>
          </p:nvPr>
        </p:nvSpPr>
        <p:spPr>
          <a:xfrm>
            <a:off x="838200" y="1431636"/>
            <a:ext cx="10515600" cy="4745327"/>
          </a:xfrm>
        </p:spPr>
        <p:txBody>
          <a:bodyPr>
            <a:normAutofit/>
          </a:bodyPr>
          <a:lstStyle/>
          <a:p>
            <a:pPr>
              <a:lnSpc>
                <a:spcPct val="170000"/>
              </a:lnSpc>
              <a:buClr>
                <a:srgbClr val="EB6E19"/>
              </a:buClr>
              <a:buFont typeface="Wingdings" panose="05000000000000000000" pitchFamily="2" charset="2"/>
              <a:buChar char="Ø"/>
            </a:pPr>
            <a:r>
              <a:rPr lang="fr-FR" sz="2000" dirty="0"/>
              <a:t>Faire participer les jeunes des milieux plus défavorisés / marginalisés à la résolution des problèmes</a:t>
            </a:r>
          </a:p>
          <a:p>
            <a:pPr>
              <a:lnSpc>
                <a:spcPct val="170000"/>
              </a:lnSpc>
              <a:buClr>
                <a:srgbClr val="EB6E19"/>
              </a:buClr>
              <a:buFont typeface="Wingdings" panose="05000000000000000000" pitchFamily="2" charset="2"/>
              <a:buChar char="Ø"/>
            </a:pPr>
            <a:r>
              <a:rPr lang="fr-FR" sz="2000" dirty="0"/>
              <a:t>Booster </a:t>
            </a:r>
            <a:r>
              <a:rPr lang="fr-FR" sz="2000"/>
              <a:t>la création </a:t>
            </a:r>
            <a:r>
              <a:rPr lang="fr-FR" sz="2000" dirty="0"/>
              <a:t>des solutions et des entreprises dirigées par des jeunes au niveau local pouvant contribuer aux priorités stratégiques de Génération Sans Limites à l'échelle mondiale</a:t>
            </a:r>
          </a:p>
          <a:p>
            <a:pPr>
              <a:lnSpc>
                <a:spcPct val="170000"/>
              </a:lnSpc>
              <a:buClr>
                <a:srgbClr val="EB6E19"/>
              </a:buClr>
              <a:buFont typeface="Wingdings" panose="05000000000000000000" pitchFamily="2" charset="2"/>
              <a:buChar char="Ø"/>
            </a:pPr>
            <a:r>
              <a:rPr lang="fr-FR" sz="2000" dirty="0"/>
              <a:t>Présenter (sur la scène mondiale) les jeunes «solutionneurs» pour inspirer les autres, créant ainsi des jeunes servant de modèles dans les communautés défavorisées</a:t>
            </a:r>
          </a:p>
          <a:p>
            <a:pPr>
              <a:lnSpc>
                <a:spcPct val="170000"/>
              </a:lnSpc>
              <a:buClr>
                <a:srgbClr val="EB6E19"/>
              </a:buClr>
              <a:buFont typeface="Wingdings" panose="05000000000000000000" pitchFamily="2" charset="2"/>
              <a:buChar char="Ø"/>
            </a:pPr>
            <a:r>
              <a:rPr lang="fr-FR" sz="2000" dirty="0"/>
              <a:t>Développer les compétences, l'expérience et les réseaux de citoyenneté active, d'employabilité et d'entrepreneuriat pour les jeunes défavorisés</a:t>
            </a:r>
          </a:p>
          <a:p>
            <a:pPr>
              <a:lnSpc>
                <a:spcPct val="170000"/>
              </a:lnSpc>
            </a:pPr>
            <a:endParaRPr lang="fr-FR" sz="2000" dirty="0"/>
          </a:p>
        </p:txBody>
      </p:sp>
      <p:sp>
        <p:nvSpPr>
          <p:cNvPr id="7" name="Slide Number Placeholder 6">
            <a:extLst>
              <a:ext uri="{FF2B5EF4-FFF2-40B4-BE49-F238E27FC236}">
                <a16:creationId xmlns:a16="http://schemas.microsoft.com/office/drawing/2014/main" id="{2B31626D-DEC1-4ACE-9FD2-79C7C09A4C65}"/>
              </a:ext>
            </a:extLst>
          </p:cNvPr>
          <p:cNvSpPr>
            <a:spLocks noGrp="1"/>
          </p:cNvSpPr>
          <p:nvPr>
            <p:ph type="sldNum" sz="quarter" idx="12"/>
          </p:nvPr>
        </p:nvSpPr>
        <p:spPr>
          <a:xfrm>
            <a:off x="9381900" y="6492875"/>
            <a:ext cx="2743200" cy="365125"/>
          </a:xfrm>
        </p:spPr>
        <p:txBody>
          <a:bodyPr/>
          <a:lstStyle/>
          <a:p>
            <a:fld id="{52D1934C-5B33-4B0D-88E3-803271ED8552}" type="slidenum">
              <a:rPr lang="en-US" smtClean="0"/>
              <a:t>6</a:t>
            </a:fld>
            <a:endParaRPr lang="en-US" dirty="0"/>
          </a:p>
        </p:txBody>
      </p:sp>
    </p:spTree>
    <p:extLst>
      <p:ext uri="{BB962C8B-B14F-4D97-AF65-F5344CB8AC3E}">
        <p14:creationId xmlns:p14="http://schemas.microsoft.com/office/powerpoint/2010/main" val="3141203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2F0E-0637-4375-8EAD-7FA9549DAFF6}"/>
              </a:ext>
            </a:extLst>
          </p:cNvPr>
          <p:cNvSpPr>
            <a:spLocks noGrp="1"/>
          </p:cNvSpPr>
          <p:nvPr>
            <p:ph type="title"/>
          </p:nvPr>
        </p:nvSpPr>
        <p:spPr>
          <a:xfrm>
            <a:off x="656947" y="305733"/>
            <a:ext cx="10515600" cy="941610"/>
          </a:xfrm>
          <a:ln w="57150">
            <a:solidFill>
              <a:schemeClr val="accent2"/>
            </a:solidFill>
          </a:ln>
        </p:spPr>
        <p:txBody>
          <a:bodyPr/>
          <a:lstStyle/>
          <a:p>
            <a:r>
              <a:rPr lang="fr-FR" b="1" dirty="0">
                <a:solidFill>
                  <a:srgbClr val="00B0F0"/>
                </a:solidFill>
              </a:rPr>
              <a:t>Les objectifs du Youth Challenge   </a:t>
            </a:r>
          </a:p>
        </p:txBody>
      </p:sp>
      <p:sp>
        <p:nvSpPr>
          <p:cNvPr id="3" name="Content Placeholder 2">
            <a:extLst>
              <a:ext uri="{FF2B5EF4-FFF2-40B4-BE49-F238E27FC236}">
                <a16:creationId xmlns:a16="http://schemas.microsoft.com/office/drawing/2014/main" id="{C2B3AED4-DADB-479D-B7ED-039E4686D758}"/>
              </a:ext>
            </a:extLst>
          </p:cNvPr>
          <p:cNvSpPr>
            <a:spLocks noGrp="1"/>
          </p:cNvSpPr>
          <p:nvPr>
            <p:ph idx="1"/>
          </p:nvPr>
        </p:nvSpPr>
        <p:spPr>
          <a:xfrm>
            <a:off x="656947" y="1438182"/>
            <a:ext cx="10661341" cy="4536489"/>
          </a:xfrm>
        </p:spPr>
        <p:txBody>
          <a:bodyPr>
            <a:normAutofit/>
          </a:bodyPr>
          <a:lstStyle/>
          <a:p>
            <a:pPr>
              <a:lnSpc>
                <a:spcPct val="170000"/>
              </a:lnSpc>
              <a:buClr>
                <a:srgbClr val="EB6E19"/>
              </a:buClr>
              <a:buFont typeface="Wingdings" panose="05000000000000000000" pitchFamily="2" charset="2"/>
              <a:buChar char="Ø"/>
            </a:pPr>
            <a:r>
              <a:rPr lang="fr-FR" sz="2000" dirty="0"/>
              <a:t>Soutenir et encourager les activités/projets innovants dirigés par les jeunes</a:t>
            </a:r>
          </a:p>
          <a:p>
            <a:pPr>
              <a:lnSpc>
                <a:spcPct val="170000"/>
              </a:lnSpc>
              <a:buClr>
                <a:srgbClr val="EB6E19"/>
              </a:buClr>
              <a:buFont typeface="Wingdings" panose="05000000000000000000" pitchFamily="2" charset="2"/>
              <a:buChar char="Ø"/>
            </a:pPr>
            <a:r>
              <a:rPr lang="fr-FR" sz="2000" dirty="0"/>
              <a:t>Renforcer les capacités des jeunes innovateurs</a:t>
            </a:r>
          </a:p>
          <a:p>
            <a:pPr>
              <a:lnSpc>
                <a:spcPct val="170000"/>
              </a:lnSpc>
              <a:buClr>
                <a:srgbClr val="EB6E19"/>
              </a:buClr>
              <a:buFont typeface="Wingdings" panose="05000000000000000000" pitchFamily="2" charset="2"/>
              <a:buChar char="Ø"/>
            </a:pPr>
            <a:r>
              <a:rPr lang="fr-FR" sz="2000" dirty="0"/>
              <a:t>Soutenir de manière significative les jeunes à travers le réseau des partenaires de Génération Sans Limites</a:t>
            </a:r>
            <a:endParaRPr lang="fr-FR" sz="1600" dirty="0"/>
          </a:p>
        </p:txBody>
      </p:sp>
      <p:sp>
        <p:nvSpPr>
          <p:cNvPr id="7" name="Slide Number Placeholder 6">
            <a:extLst>
              <a:ext uri="{FF2B5EF4-FFF2-40B4-BE49-F238E27FC236}">
                <a16:creationId xmlns:a16="http://schemas.microsoft.com/office/drawing/2014/main" id="{6E986909-DC45-406C-8969-FA6E90EEBA4E}"/>
              </a:ext>
            </a:extLst>
          </p:cNvPr>
          <p:cNvSpPr>
            <a:spLocks noGrp="1"/>
          </p:cNvSpPr>
          <p:nvPr>
            <p:ph type="sldNum" sz="quarter" idx="12"/>
          </p:nvPr>
        </p:nvSpPr>
        <p:spPr>
          <a:xfrm>
            <a:off x="9397950" y="6369704"/>
            <a:ext cx="2743200" cy="365125"/>
          </a:xfrm>
        </p:spPr>
        <p:txBody>
          <a:bodyPr/>
          <a:lstStyle/>
          <a:p>
            <a:fld id="{52D1934C-5B33-4B0D-88E3-803271ED8552}" type="slidenum">
              <a:rPr lang="en-US" smtClean="0"/>
              <a:t>7</a:t>
            </a:fld>
            <a:endParaRPr lang="en-US" dirty="0"/>
          </a:p>
        </p:txBody>
      </p:sp>
      <p:pic>
        <p:nvPicPr>
          <p:cNvPr id="6" name="Picture 5">
            <a:extLst>
              <a:ext uri="{FF2B5EF4-FFF2-40B4-BE49-F238E27FC236}">
                <a16:creationId xmlns:a16="http://schemas.microsoft.com/office/drawing/2014/main" id="{2E72E91F-0E8A-4501-AFE1-7C5008B11D74}"/>
              </a:ext>
            </a:extLst>
          </p:cNvPr>
          <p:cNvPicPr>
            <a:picLocks noChangeAspect="1"/>
          </p:cNvPicPr>
          <p:nvPr/>
        </p:nvPicPr>
        <p:blipFill>
          <a:blip r:embed="rId2"/>
          <a:stretch>
            <a:fillRect/>
          </a:stretch>
        </p:blipFill>
        <p:spPr>
          <a:xfrm>
            <a:off x="10500585" y="5260987"/>
            <a:ext cx="1438228" cy="1392685"/>
          </a:xfrm>
          <a:prstGeom prst="rect">
            <a:avLst/>
          </a:prstGeom>
        </p:spPr>
      </p:pic>
    </p:spTree>
    <p:extLst>
      <p:ext uri="{BB962C8B-B14F-4D97-AF65-F5344CB8AC3E}">
        <p14:creationId xmlns:p14="http://schemas.microsoft.com/office/powerpoint/2010/main" val="3222679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F888FDC-AFFC-4209-96AF-3F1B376EF971}"/>
              </a:ext>
            </a:extLst>
          </p:cNvPr>
          <p:cNvPicPr>
            <a:picLocks noChangeAspect="1"/>
          </p:cNvPicPr>
          <p:nvPr/>
        </p:nvPicPr>
        <p:blipFill>
          <a:blip r:embed="rId2"/>
          <a:stretch>
            <a:fillRect/>
          </a:stretch>
        </p:blipFill>
        <p:spPr>
          <a:xfrm>
            <a:off x="10624462" y="5465315"/>
            <a:ext cx="1438228" cy="1392685"/>
          </a:xfrm>
          <a:prstGeom prst="rect">
            <a:avLst/>
          </a:prstGeom>
        </p:spPr>
      </p:pic>
      <p:sp>
        <p:nvSpPr>
          <p:cNvPr id="2" name="Title 1">
            <a:extLst>
              <a:ext uri="{FF2B5EF4-FFF2-40B4-BE49-F238E27FC236}">
                <a16:creationId xmlns:a16="http://schemas.microsoft.com/office/drawing/2014/main" id="{8B00CFF2-3D36-4335-91D3-D7F799179A52}"/>
              </a:ext>
            </a:extLst>
          </p:cNvPr>
          <p:cNvSpPr>
            <a:spLocks noGrp="1"/>
          </p:cNvSpPr>
          <p:nvPr>
            <p:ph type="title"/>
          </p:nvPr>
        </p:nvSpPr>
        <p:spPr>
          <a:xfrm>
            <a:off x="515112" y="391056"/>
            <a:ext cx="10515600" cy="847979"/>
          </a:xfrm>
          <a:ln w="57150">
            <a:solidFill>
              <a:schemeClr val="accent2"/>
            </a:solidFill>
          </a:ln>
        </p:spPr>
        <p:txBody>
          <a:bodyPr/>
          <a:lstStyle/>
          <a:p>
            <a:r>
              <a:rPr lang="en-US" b="1">
                <a:solidFill>
                  <a:srgbClr val="00B0F0"/>
                </a:solidFill>
              </a:rPr>
              <a:t>Processus</a:t>
            </a:r>
            <a:endParaRPr lang="en-US" b="1" dirty="0">
              <a:solidFill>
                <a:srgbClr val="00B0F0"/>
              </a:solidFill>
            </a:endParaRPr>
          </a:p>
        </p:txBody>
      </p:sp>
      <p:sp>
        <p:nvSpPr>
          <p:cNvPr id="3" name="Content Placeholder 2">
            <a:extLst>
              <a:ext uri="{FF2B5EF4-FFF2-40B4-BE49-F238E27FC236}">
                <a16:creationId xmlns:a16="http://schemas.microsoft.com/office/drawing/2014/main" id="{A06F2253-399B-4731-A8FE-9D98D52137CD}"/>
              </a:ext>
            </a:extLst>
          </p:cNvPr>
          <p:cNvSpPr>
            <a:spLocks noGrp="1"/>
          </p:cNvSpPr>
          <p:nvPr>
            <p:ph idx="1"/>
          </p:nvPr>
        </p:nvSpPr>
        <p:spPr>
          <a:xfrm>
            <a:off x="447581" y="1443886"/>
            <a:ext cx="11615109" cy="5205620"/>
          </a:xfrm>
        </p:spPr>
        <p:txBody>
          <a:bodyPr>
            <a:normAutofit fontScale="92500"/>
          </a:bodyPr>
          <a:lstStyle/>
          <a:p>
            <a:pPr>
              <a:lnSpc>
                <a:spcPct val="150000"/>
              </a:lnSpc>
            </a:pPr>
            <a:r>
              <a:rPr lang="fr-FR" sz="2000" dirty="0"/>
              <a:t>Lancement d’un appel à candidatures dans  40 pays  (dont le Congo)</a:t>
            </a:r>
          </a:p>
          <a:p>
            <a:pPr>
              <a:lnSpc>
                <a:spcPct val="150000"/>
              </a:lnSpc>
            </a:pPr>
            <a:r>
              <a:rPr lang="fr-FR" sz="2000" dirty="0"/>
              <a:t>Sélection des candidats</a:t>
            </a:r>
          </a:p>
          <a:p>
            <a:pPr>
              <a:lnSpc>
                <a:spcPct val="150000"/>
              </a:lnSpc>
            </a:pPr>
            <a:r>
              <a:rPr lang="fr-FR" sz="2000" dirty="0"/>
              <a:t>Participation des candidats retenus aux ateliers de conception. </a:t>
            </a:r>
          </a:p>
          <a:p>
            <a:pPr>
              <a:lnSpc>
                <a:spcPct val="150000"/>
              </a:lnSpc>
            </a:pPr>
            <a:r>
              <a:rPr lang="fr-FR" sz="2000" dirty="0"/>
              <a:t>Sélection des cinq idées les plus prometteuses. Chaque idée retenue recevra 1 000 USD pour expérimenter le projet et aura un mentor pour accompagner la mise en œuvre du projet. </a:t>
            </a:r>
          </a:p>
          <a:p>
            <a:pPr>
              <a:lnSpc>
                <a:spcPct val="150000"/>
              </a:lnSpc>
            </a:pPr>
            <a:r>
              <a:rPr lang="fr-FR" sz="2000" dirty="0"/>
              <a:t>Et,  en Juin 2020, les solutions les plus prometteuses de chaque pays seront soumises à un autre processus de sélection au niveau global.</a:t>
            </a:r>
          </a:p>
          <a:p>
            <a:pPr marL="0" indent="0">
              <a:lnSpc>
                <a:spcPct val="150000"/>
              </a:lnSpc>
              <a:buNone/>
            </a:pPr>
            <a:r>
              <a:rPr lang="fr-FR" sz="2000" dirty="0"/>
              <a:t>Les projets sélectionnés au niveau global recevront un financement supplémentaire pouvant atteindre 20 000 USD,</a:t>
            </a:r>
            <a:br>
              <a:rPr lang="fr-FR" sz="2000" dirty="0"/>
            </a:br>
            <a:r>
              <a:rPr lang="fr-FR" sz="2000" dirty="0"/>
              <a:t>ainsi qu'un programme adapté d'incubation global de la part des partenaires de Génération Sans Limite, </a:t>
            </a:r>
          </a:p>
          <a:p>
            <a:pPr marL="0" indent="0">
              <a:lnSpc>
                <a:spcPct val="150000"/>
              </a:lnSpc>
              <a:buNone/>
            </a:pPr>
            <a:r>
              <a:rPr lang="fr-FR" sz="2000" dirty="0"/>
              <a:t>afin de les soutenir à grande échelle.</a:t>
            </a:r>
          </a:p>
          <a:p>
            <a:pPr>
              <a:lnSpc>
                <a:spcPct val="150000"/>
              </a:lnSpc>
            </a:pPr>
            <a:endParaRPr lang="en-US" sz="2000" dirty="0"/>
          </a:p>
        </p:txBody>
      </p:sp>
      <p:sp>
        <p:nvSpPr>
          <p:cNvPr id="7" name="Slide Number Placeholder 6">
            <a:extLst>
              <a:ext uri="{FF2B5EF4-FFF2-40B4-BE49-F238E27FC236}">
                <a16:creationId xmlns:a16="http://schemas.microsoft.com/office/drawing/2014/main" id="{E6A47584-6237-4849-B6FB-8B8CB01FBB89}"/>
              </a:ext>
            </a:extLst>
          </p:cNvPr>
          <p:cNvSpPr>
            <a:spLocks noGrp="1"/>
          </p:cNvSpPr>
          <p:nvPr>
            <p:ph type="sldNum" sz="quarter" idx="12"/>
          </p:nvPr>
        </p:nvSpPr>
        <p:spPr>
          <a:xfrm>
            <a:off x="9448800" y="6571191"/>
            <a:ext cx="2743200" cy="365125"/>
          </a:xfrm>
        </p:spPr>
        <p:txBody>
          <a:bodyPr/>
          <a:lstStyle/>
          <a:p>
            <a:fld id="{52D1934C-5B33-4B0D-88E3-803271ED8552}" type="slidenum">
              <a:rPr lang="en-US" smtClean="0"/>
              <a:t>8</a:t>
            </a:fld>
            <a:endParaRPr lang="en-US" dirty="0"/>
          </a:p>
        </p:txBody>
      </p:sp>
    </p:spTree>
    <p:extLst>
      <p:ext uri="{BB962C8B-B14F-4D97-AF65-F5344CB8AC3E}">
        <p14:creationId xmlns:p14="http://schemas.microsoft.com/office/powerpoint/2010/main" val="3512916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0CFF2-3D36-4335-91D3-D7F799179A52}"/>
              </a:ext>
            </a:extLst>
          </p:cNvPr>
          <p:cNvSpPr>
            <a:spLocks noGrp="1"/>
          </p:cNvSpPr>
          <p:nvPr>
            <p:ph type="title"/>
          </p:nvPr>
        </p:nvSpPr>
        <p:spPr>
          <a:xfrm>
            <a:off x="734568" y="395605"/>
            <a:ext cx="10515600" cy="823595"/>
          </a:xfrm>
          <a:ln w="57150">
            <a:solidFill>
              <a:schemeClr val="accent2"/>
            </a:solidFill>
          </a:ln>
        </p:spPr>
        <p:txBody>
          <a:bodyPr/>
          <a:lstStyle/>
          <a:p>
            <a:r>
              <a:rPr lang="en-US" b="1" dirty="0">
                <a:solidFill>
                  <a:srgbClr val="00B0F0"/>
                </a:solidFill>
              </a:rPr>
              <a:t>Les </a:t>
            </a:r>
            <a:r>
              <a:rPr lang="en-US" b="1" dirty="0" err="1">
                <a:solidFill>
                  <a:srgbClr val="00B0F0"/>
                </a:solidFill>
              </a:rPr>
              <a:t>partenaires</a:t>
            </a:r>
            <a:r>
              <a:rPr lang="en-US" b="1" dirty="0">
                <a:solidFill>
                  <a:srgbClr val="00B0F0"/>
                </a:solidFill>
              </a:rPr>
              <a:t> de Youth Challenge</a:t>
            </a:r>
          </a:p>
        </p:txBody>
      </p:sp>
      <p:sp>
        <p:nvSpPr>
          <p:cNvPr id="7" name="Slide Number Placeholder 6">
            <a:extLst>
              <a:ext uri="{FF2B5EF4-FFF2-40B4-BE49-F238E27FC236}">
                <a16:creationId xmlns:a16="http://schemas.microsoft.com/office/drawing/2014/main" id="{E6A47584-6237-4849-B6FB-8B8CB01FBB89}"/>
              </a:ext>
            </a:extLst>
          </p:cNvPr>
          <p:cNvSpPr>
            <a:spLocks noGrp="1"/>
          </p:cNvSpPr>
          <p:nvPr>
            <p:ph type="sldNum" sz="quarter" idx="12"/>
          </p:nvPr>
        </p:nvSpPr>
        <p:spPr>
          <a:xfrm>
            <a:off x="9426358" y="6382957"/>
            <a:ext cx="2743200" cy="365125"/>
          </a:xfrm>
        </p:spPr>
        <p:txBody>
          <a:bodyPr/>
          <a:lstStyle/>
          <a:p>
            <a:fld id="{52D1934C-5B33-4B0D-88E3-803271ED8552}" type="slidenum">
              <a:rPr lang="en-US" smtClean="0"/>
              <a:t>9</a:t>
            </a:fld>
            <a:endParaRPr lang="en-US" dirty="0"/>
          </a:p>
        </p:txBody>
      </p:sp>
      <p:pic>
        <p:nvPicPr>
          <p:cNvPr id="8" name="Picture 7">
            <a:extLst>
              <a:ext uri="{FF2B5EF4-FFF2-40B4-BE49-F238E27FC236}">
                <a16:creationId xmlns:a16="http://schemas.microsoft.com/office/drawing/2014/main" id="{8531557A-49F1-46E6-BB09-091EE41726D9}"/>
              </a:ext>
            </a:extLst>
          </p:cNvPr>
          <p:cNvPicPr>
            <a:picLocks noChangeAspect="1"/>
          </p:cNvPicPr>
          <p:nvPr/>
        </p:nvPicPr>
        <p:blipFill>
          <a:blip r:embed="rId2"/>
          <a:stretch>
            <a:fillRect/>
          </a:stretch>
        </p:blipFill>
        <p:spPr>
          <a:xfrm>
            <a:off x="10500585" y="5260987"/>
            <a:ext cx="1438228" cy="1392685"/>
          </a:xfrm>
          <a:prstGeom prst="rect">
            <a:avLst/>
          </a:prstGeom>
        </p:spPr>
      </p:pic>
      <p:sp>
        <p:nvSpPr>
          <p:cNvPr id="9" name="Content Placeholder 2">
            <a:extLst>
              <a:ext uri="{FF2B5EF4-FFF2-40B4-BE49-F238E27FC236}">
                <a16:creationId xmlns:a16="http://schemas.microsoft.com/office/drawing/2014/main" id="{AEB1885C-8E91-407E-A1DB-6A4BC306B7D4}"/>
              </a:ext>
            </a:extLst>
          </p:cNvPr>
          <p:cNvSpPr>
            <a:spLocks noGrp="1"/>
          </p:cNvSpPr>
          <p:nvPr>
            <p:ph idx="1"/>
          </p:nvPr>
        </p:nvSpPr>
        <p:spPr>
          <a:xfrm>
            <a:off x="701336" y="1562470"/>
            <a:ext cx="10652464" cy="4614493"/>
          </a:xfrm>
        </p:spPr>
        <p:txBody>
          <a:bodyPr>
            <a:normAutofit fontScale="47500" lnSpcReduction="20000"/>
          </a:bodyPr>
          <a:lstStyle/>
          <a:p>
            <a:pPr marL="0" indent="0" algn="ctr">
              <a:lnSpc>
                <a:spcPct val="150000"/>
              </a:lnSpc>
              <a:buNone/>
            </a:pPr>
            <a:r>
              <a:rPr lang="fr-FR" sz="3400" b="1" dirty="0" err="1">
                <a:latin typeface="Arial" panose="020B0604020202020204" pitchFamily="34" charset="0"/>
                <a:cs typeface="Arial" panose="020B0604020202020204" pitchFamily="34" charset="0"/>
              </a:rPr>
              <a:t>Youth</a:t>
            </a:r>
            <a:r>
              <a:rPr lang="fr-FR" sz="3400" b="1" dirty="0">
                <a:latin typeface="Arial" panose="020B0604020202020204" pitchFamily="34" charset="0"/>
                <a:cs typeface="Arial" panose="020B0604020202020204" pitchFamily="34" charset="0"/>
              </a:rPr>
              <a:t> Challenge est une initiative de </a:t>
            </a:r>
            <a:r>
              <a:rPr lang="fr-FR" sz="3400" b="1" dirty="0" err="1">
                <a:latin typeface="Arial" panose="020B0604020202020204" pitchFamily="34" charset="0"/>
                <a:cs typeface="Arial" panose="020B0604020202020204" pitchFamily="34" charset="0"/>
              </a:rPr>
              <a:t>GenU</a:t>
            </a:r>
            <a:r>
              <a:rPr lang="fr-FR" sz="3400" b="1" dirty="0">
                <a:latin typeface="Arial" panose="020B0604020202020204" pitchFamily="34" charset="0"/>
                <a:cs typeface="Arial" panose="020B0604020202020204" pitchFamily="34" charset="0"/>
              </a:rPr>
              <a:t> en partenariat avec: L’UNICEF, Le PNUD, Plan International, Mouvement Mondial des Scouts.</a:t>
            </a:r>
          </a:p>
          <a:p>
            <a:pPr>
              <a:lnSpc>
                <a:spcPct val="150000"/>
              </a:lnSpc>
              <a:buClr>
                <a:srgbClr val="EB6E19"/>
              </a:buClr>
              <a:buFont typeface="Courier New" panose="02070309020205020404" pitchFamily="49" charset="0"/>
              <a:buChar char="o"/>
            </a:pPr>
            <a:r>
              <a:rPr lang="fr-FR" sz="2500" b="1" dirty="0">
                <a:latin typeface="Arial" panose="020B0604020202020204" pitchFamily="34" charset="0"/>
                <a:cs typeface="Arial" panose="020B0604020202020204" pitchFamily="34" charset="0"/>
              </a:rPr>
              <a:t>L’ UNICEF:  </a:t>
            </a:r>
            <a:r>
              <a:rPr lang="fr-FR" sz="2500" dirty="0"/>
              <a:t>l’UNICEF travaille dans les endroits les plus difficiles du monde pour atteindre les enfants les plus défavorisés du monde. Dans 190 pays et territoires, nous travaillons pour chaque enfant, partout dans le monde, afin de bâtir un monde meilleur pour tous;</a:t>
            </a:r>
            <a:endParaRPr lang="fr-FR" sz="2500" dirty="0">
              <a:latin typeface="Arial" panose="020B0604020202020204" pitchFamily="34" charset="0"/>
              <a:cs typeface="Arial" panose="020B0604020202020204" pitchFamily="34" charset="0"/>
            </a:endParaRPr>
          </a:p>
          <a:p>
            <a:pPr>
              <a:lnSpc>
                <a:spcPct val="150000"/>
              </a:lnSpc>
              <a:buClr>
                <a:srgbClr val="EB6E19"/>
              </a:buClr>
              <a:buFont typeface="Courier New" panose="02070309020205020404" pitchFamily="49" charset="0"/>
              <a:buChar char="o"/>
            </a:pPr>
            <a:r>
              <a:rPr lang="fr-FR" sz="2500" b="1" dirty="0">
                <a:latin typeface="Arial" panose="020B0604020202020204" pitchFamily="34" charset="0"/>
                <a:cs typeface="Arial" panose="020B0604020202020204" pitchFamily="34" charset="0"/>
              </a:rPr>
              <a:t>Le PNUD</a:t>
            </a:r>
            <a:r>
              <a:rPr lang="fr-FR" sz="2500" b="1" dirty="0"/>
              <a:t>: l</a:t>
            </a:r>
            <a:r>
              <a:rPr lang="fr-FR" sz="2500" dirty="0"/>
              <a:t>e PNUD collabore avec des personnes de tous les niveaux de la société pour aider à bâtir des pays capables de résister aux crises et pour favoriser et maintenir le type de croissance qui améliore la qualité de la vie de tous. Sur le terrain dans près de 170 pays et territoires, nous offrons une perspective globale et une vision locale pour aider à autonomiser des vies et à bâtir des nations résilientes</a:t>
            </a:r>
            <a:endParaRPr lang="fr-FR" sz="2500" dirty="0">
              <a:latin typeface="Arial" panose="020B0604020202020204" pitchFamily="34" charset="0"/>
              <a:cs typeface="Arial" panose="020B0604020202020204" pitchFamily="34" charset="0"/>
            </a:endParaRPr>
          </a:p>
          <a:p>
            <a:pPr>
              <a:lnSpc>
                <a:spcPct val="150000"/>
              </a:lnSpc>
              <a:buClr>
                <a:srgbClr val="EB6E19"/>
              </a:buClr>
              <a:buFont typeface="Courier New" panose="02070309020205020404" pitchFamily="49" charset="0"/>
              <a:buChar char="o"/>
            </a:pPr>
            <a:r>
              <a:rPr lang="fr-FR" sz="2500" b="1" dirty="0">
                <a:latin typeface="Arial" panose="020B0604020202020204" pitchFamily="34" charset="0"/>
                <a:cs typeface="Arial" panose="020B0604020202020204" pitchFamily="34" charset="0"/>
              </a:rPr>
              <a:t>Le Plan International</a:t>
            </a:r>
            <a:r>
              <a:rPr lang="fr-FR" sz="2500" dirty="0">
                <a:latin typeface="Arial" panose="020B0604020202020204" pitchFamily="34" charset="0"/>
                <a:cs typeface="Arial" panose="020B0604020202020204" pitchFamily="34" charset="0"/>
              </a:rPr>
              <a:t>: </a:t>
            </a:r>
            <a:r>
              <a:rPr lang="fr-FR" sz="2500" dirty="0"/>
              <a:t>Plan International est une organisation humanitaire et de développement indépendante qui promeut les droits des enfants et l’égalité des chances pour les filles. Nous croyons au pouvoir et au potentiel de chaque enfant. Nous formons de puissants partenariats pour les enfants depuis plus de 80 ans et sommes maintenant actifs dans plus de 75 pays.</a:t>
            </a:r>
            <a:endParaRPr lang="fr-FR" sz="2500" dirty="0">
              <a:latin typeface="Arial" panose="020B0604020202020204" pitchFamily="34" charset="0"/>
              <a:cs typeface="Arial" panose="020B0604020202020204" pitchFamily="34" charset="0"/>
            </a:endParaRPr>
          </a:p>
          <a:p>
            <a:pPr>
              <a:lnSpc>
                <a:spcPct val="150000"/>
              </a:lnSpc>
              <a:buClr>
                <a:srgbClr val="EB6E19"/>
              </a:buClr>
              <a:buFont typeface="Courier New" panose="02070309020205020404" pitchFamily="49" charset="0"/>
              <a:buChar char="o"/>
            </a:pPr>
            <a:r>
              <a:rPr lang="fr-FR" sz="2500" b="1" dirty="0">
                <a:latin typeface="Arial" panose="020B0604020202020204" pitchFamily="34" charset="0"/>
                <a:cs typeface="Arial" panose="020B0604020202020204" pitchFamily="34" charset="0"/>
              </a:rPr>
              <a:t>Le Mouvement Mondiale des Scouts </a:t>
            </a:r>
            <a:r>
              <a:rPr lang="fr-FR" sz="2500" dirty="0">
                <a:latin typeface="Arial" panose="020B0604020202020204" pitchFamily="34" charset="0"/>
                <a:cs typeface="Arial" panose="020B0604020202020204" pitchFamily="34" charset="0"/>
              </a:rPr>
              <a:t>: l</a:t>
            </a:r>
            <a:r>
              <a:rPr lang="fr-FR" sz="2500" dirty="0"/>
              <a:t>e Scoutisme est le principal mouvement mondial de jeunesse pour l’éducation. Il encourage des millions de jeunes à devenir des citoyens actifs et à créer un changement positif dans leurs communautés. Le Mouvement Mondial du Scoutisme est composé de plus de 50 millions de Scouts reliés entre eux par le biais d'un effectif global de 170 Organisations Scoutes Nationales.</a:t>
            </a:r>
          </a:p>
          <a:p>
            <a:pPr>
              <a:lnSpc>
                <a:spcPct val="150000"/>
              </a:lnSpc>
              <a:buClr>
                <a:srgbClr val="EB6E19"/>
              </a:buClr>
              <a:buFont typeface="Courier New" panose="02070309020205020404" pitchFamily="49" charset="0"/>
              <a:buChar char="o"/>
            </a:pPr>
            <a:endParaRPr lang="en-US" sz="2000" dirty="0"/>
          </a:p>
        </p:txBody>
      </p:sp>
    </p:spTree>
    <p:extLst>
      <p:ext uri="{BB962C8B-B14F-4D97-AF65-F5344CB8AC3E}">
        <p14:creationId xmlns:p14="http://schemas.microsoft.com/office/powerpoint/2010/main" val="554928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7F35D-C6A5-4025-9AEC-18E2CE67721A}"/>
              </a:ext>
            </a:extLst>
          </p:cNvPr>
          <p:cNvSpPr>
            <a:spLocks noGrp="1"/>
          </p:cNvSpPr>
          <p:nvPr>
            <p:ph type="title"/>
          </p:nvPr>
        </p:nvSpPr>
        <p:spPr>
          <a:xfrm>
            <a:off x="838200" y="365126"/>
            <a:ext cx="10515600" cy="993158"/>
          </a:xfrm>
        </p:spPr>
        <p:txBody>
          <a:bodyPr/>
          <a:lstStyle/>
          <a:p>
            <a:r>
              <a:rPr lang="fr-FR" b="1" dirty="0">
                <a:solidFill>
                  <a:srgbClr val="00B0F0"/>
                </a:solidFill>
              </a:rPr>
              <a:t>Calendrier indicatif</a:t>
            </a:r>
          </a:p>
        </p:txBody>
      </p:sp>
      <p:sp>
        <p:nvSpPr>
          <p:cNvPr id="7" name="Slide Number Placeholder 6">
            <a:extLst>
              <a:ext uri="{FF2B5EF4-FFF2-40B4-BE49-F238E27FC236}">
                <a16:creationId xmlns:a16="http://schemas.microsoft.com/office/drawing/2014/main" id="{53445D30-DBAA-4DD0-9599-C8445BECA30C}"/>
              </a:ext>
            </a:extLst>
          </p:cNvPr>
          <p:cNvSpPr>
            <a:spLocks noGrp="1"/>
          </p:cNvSpPr>
          <p:nvPr>
            <p:ph type="sldNum" sz="quarter" idx="12"/>
          </p:nvPr>
        </p:nvSpPr>
        <p:spPr>
          <a:xfrm>
            <a:off x="9448800" y="6376977"/>
            <a:ext cx="2743200" cy="365125"/>
          </a:xfrm>
        </p:spPr>
        <p:txBody>
          <a:bodyPr/>
          <a:lstStyle/>
          <a:p>
            <a:fld id="{52D1934C-5B33-4B0D-88E3-803271ED8552}" type="slidenum">
              <a:rPr lang="en-US" smtClean="0"/>
              <a:t>10</a:t>
            </a:fld>
            <a:endParaRPr lang="en-US" dirty="0"/>
          </a:p>
        </p:txBody>
      </p:sp>
      <p:graphicFrame>
        <p:nvGraphicFramePr>
          <p:cNvPr id="8" name="Table 7">
            <a:extLst>
              <a:ext uri="{FF2B5EF4-FFF2-40B4-BE49-F238E27FC236}">
                <a16:creationId xmlns:a16="http://schemas.microsoft.com/office/drawing/2014/main" id="{78F5A302-6CDB-4527-9790-AE2A46A6A246}"/>
              </a:ext>
            </a:extLst>
          </p:cNvPr>
          <p:cNvGraphicFramePr>
            <a:graphicFrameLocks noGrp="1"/>
          </p:cNvGraphicFramePr>
          <p:nvPr>
            <p:extLst>
              <p:ext uri="{D42A27DB-BD31-4B8C-83A1-F6EECF244321}">
                <p14:modId xmlns:p14="http://schemas.microsoft.com/office/powerpoint/2010/main" val="2748179001"/>
              </p:ext>
            </p:extLst>
          </p:nvPr>
        </p:nvGraphicFramePr>
        <p:xfrm>
          <a:off x="585013" y="1349982"/>
          <a:ext cx="9915572" cy="5481950"/>
        </p:xfrm>
        <a:graphic>
          <a:graphicData uri="http://schemas.openxmlformats.org/drawingml/2006/table">
            <a:tbl>
              <a:tblPr firstRow="1" bandRow="1">
                <a:tableStyleId>{21E4AEA4-8DFA-4A89-87EB-49C32662AFE0}</a:tableStyleId>
              </a:tblPr>
              <a:tblGrid>
                <a:gridCol w="5952897">
                  <a:extLst>
                    <a:ext uri="{9D8B030D-6E8A-4147-A177-3AD203B41FA5}">
                      <a16:colId xmlns:a16="http://schemas.microsoft.com/office/drawing/2014/main" val="2340420488"/>
                    </a:ext>
                  </a:extLst>
                </a:gridCol>
                <a:gridCol w="3962675">
                  <a:extLst>
                    <a:ext uri="{9D8B030D-6E8A-4147-A177-3AD203B41FA5}">
                      <a16:colId xmlns:a16="http://schemas.microsoft.com/office/drawing/2014/main" val="1895462552"/>
                    </a:ext>
                  </a:extLst>
                </a:gridCol>
              </a:tblGrid>
              <a:tr h="360177">
                <a:tc>
                  <a:txBody>
                    <a:bodyPr/>
                    <a:lstStyle/>
                    <a:p>
                      <a:r>
                        <a:rPr lang="fr-FR" sz="2000" dirty="0"/>
                        <a:t>Activité</a:t>
                      </a:r>
                    </a:p>
                  </a:txBody>
                  <a:tcPr/>
                </a:tc>
                <a:tc>
                  <a:txBody>
                    <a:bodyPr/>
                    <a:lstStyle/>
                    <a:p>
                      <a:r>
                        <a:rPr lang="fr-FR" sz="2000" dirty="0"/>
                        <a:t>Période</a:t>
                      </a:r>
                    </a:p>
                  </a:txBody>
                  <a:tcPr/>
                </a:tc>
                <a:extLst>
                  <a:ext uri="{0D108BD9-81ED-4DB2-BD59-A6C34878D82A}">
                    <a16:rowId xmlns:a16="http://schemas.microsoft.com/office/drawing/2014/main" val="2710778014"/>
                  </a:ext>
                </a:extLst>
              </a:tr>
              <a:tr h="6372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000" dirty="0"/>
                        <a:t>Lancement officiel du  Projet</a:t>
                      </a:r>
                    </a:p>
                    <a:p>
                      <a:endParaRPr lang="fr-FR" sz="2000" dirty="0"/>
                    </a:p>
                  </a:txBody>
                  <a:tcPr/>
                </a:tc>
                <a:tc>
                  <a:txBody>
                    <a:bodyPr/>
                    <a:lstStyle/>
                    <a:p>
                      <a:r>
                        <a:rPr lang="fr-FR" sz="2000" dirty="0"/>
                        <a:t>20 Décembre 2019</a:t>
                      </a:r>
                    </a:p>
                  </a:txBody>
                  <a:tcPr/>
                </a:tc>
                <a:extLst>
                  <a:ext uri="{0D108BD9-81ED-4DB2-BD59-A6C34878D82A}">
                    <a16:rowId xmlns:a16="http://schemas.microsoft.com/office/drawing/2014/main" val="3136968238"/>
                  </a:ext>
                </a:extLst>
              </a:tr>
              <a:tr h="6372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000" dirty="0"/>
                        <a:t>Dépôt des candidatures</a:t>
                      </a:r>
                    </a:p>
                    <a:p>
                      <a:endParaRPr lang="fr-FR" sz="2000" dirty="0"/>
                    </a:p>
                  </a:txBody>
                  <a:tcPr/>
                </a:tc>
                <a:tc>
                  <a:txBody>
                    <a:bodyPr/>
                    <a:lstStyle/>
                    <a:p>
                      <a:r>
                        <a:rPr lang="fr-FR" sz="2000" dirty="0"/>
                        <a:t>20 Décembre 2019– 10 Février 2020</a:t>
                      </a:r>
                    </a:p>
                  </a:txBody>
                  <a:tcPr/>
                </a:tc>
                <a:extLst>
                  <a:ext uri="{0D108BD9-81ED-4DB2-BD59-A6C34878D82A}">
                    <a16:rowId xmlns:a16="http://schemas.microsoft.com/office/drawing/2014/main" val="969805277"/>
                  </a:ext>
                </a:extLst>
              </a:tr>
              <a:tr h="6372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000" dirty="0"/>
                        <a:t>Sélection des candidats</a:t>
                      </a:r>
                    </a:p>
                    <a:p>
                      <a:endParaRPr lang="fr-FR" sz="2000" dirty="0"/>
                    </a:p>
                  </a:txBody>
                  <a:tcPr/>
                </a:tc>
                <a:tc>
                  <a:txBody>
                    <a:bodyPr/>
                    <a:lstStyle/>
                    <a:p>
                      <a:r>
                        <a:rPr lang="fr-FR" sz="2000" dirty="0"/>
                        <a:t>13 – 14 Février 2020</a:t>
                      </a:r>
                    </a:p>
                  </a:txBody>
                  <a:tcPr/>
                </a:tc>
                <a:extLst>
                  <a:ext uri="{0D108BD9-81ED-4DB2-BD59-A6C34878D82A}">
                    <a16:rowId xmlns:a16="http://schemas.microsoft.com/office/drawing/2014/main" val="2335457507"/>
                  </a:ext>
                </a:extLst>
              </a:tr>
              <a:tr h="6372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000" dirty="0"/>
                        <a:t>Organisation des ateliers de conception</a:t>
                      </a:r>
                    </a:p>
                    <a:p>
                      <a:endParaRPr lang="fr-FR" sz="2000" dirty="0"/>
                    </a:p>
                  </a:txBody>
                  <a:tcPr/>
                </a:tc>
                <a:tc>
                  <a:txBody>
                    <a:bodyPr/>
                    <a:lstStyle/>
                    <a:p>
                      <a:r>
                        <a:rPr lang="fr-FR" sz="2000" dirty="0"/>
                        <a:t>17 – 27 Février  2020</a:t>
                      </a:r>
                    </a:p>
                  </a:txBody>
                  <a:tcPr/>
                </a:tc>
                <a:extLst>
                  <a:ext uri="{0D108BD9-81ED-4DB2-BD59-A6C34878D82A}">
                    <a16:rowId xmlns:a16="http://schemas.microsoft.com/office/drawing/2014/main" val="3990301650"/>
                  </a:ext>
                </a:extLst>
              </a:tr>
              <a:tr h="360177">
                <a:tc>
                  <a:txBody>
                    <a:bodyPr/>
                    <a:lstStyle/>
                    <a:p>
                      <a:r>
                        <a:rPr lang="fr-FR" sz="2000" dirty="0"/>
                        <a:t>Sélection des cinq idées les plus prometteuses</a:t>
                      </a:r>
                    </a:p>
                  </a:txBody>
                  <a:tcPr/>
                </a:tc>
                <a:tc>
                  <a:txBody>
                    <a:bodyPr/>
                    <a:lstStyle/>
                    <a:p>
                      <a:r>
                        <a:rPr lang="fr-FR" sz="2000" dirty="0"/>
                        <a:t>3 Mars 2020</a:t>
                      </a:r>
                    </a:p>
                  </a:txBody>
                  <a:tcPr/>
                </a:tc>
                <a:extLst>
                  <a:ext uri="{0D108BD9-81ED-4DB2-BD59-A6C34878D82A}">
                    <a16:rowId xmlns:a16="http://schemas.microsoft.com/office/drawing/2014/main" val="4072515855"/>
                  </a:ext>
                </a:extLst>
              </a:tr>
              <a:tr h="6372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000" dirty="0"/>
                        <a:t>Mise en œuvre des projets retenus. </a:t>
                      </a:r>
                    </a:p>
                    <a:p>
                      <a:endParaRPr lang="fr-FR" sz="2000" dirty="0"/>
                    </a:p>
                  </a:txBody>
                  <a:tcPr/>
                </a:tc>
                <a:tc>
                  <a:txBody>
                    <a:bodyPr/>
                    <a:lstStyle/>
                    <a:p>
                      <a:r>
                        <a:rPr lang="fr-FR" sz="2000" dirty="0"/>
                        <a:t>Mars-Mai 2020</a:t>
                      </a:r>
                    </a:p>
                  </a:txBody>
                  <a:tcPr/>
                </a:tc>
                <a:extLst>
                  <a:ext uri="{0D108BD9-81ED-4DB2-BD59-A6C34878D82A}">
                    <a16:rowId xmlns:a16="http://schemas.microsoft.com/office/drawing/2014/main" val="753006834"/>
                  </a:ext>
                </a:extLst>
              </a:tr>
              <a:tr h="483230">
                <a:tc>
                  <a:txBody>
                    <a:bodyPr/>
                    <a:lstStyle/>
                    <a:p>
                      <a:r>
                        <a:rPr lang="fr-FR" sz="2000" dirty="0"/>
                        <a:t>Sélection des deux solutions les plus prometteuses</a:t>
                      </a:r>
                    </a:p>
                  </a:txBody>
                  <a:tcPr/>
                </a:tc>
                <a:tc>
                  <a:txBody>
                    <a:bodyPr/>
                    <a:lstStyle/>
                    <a:p>
                      <a:r>
                        <a:rPr lang="fr-FR" sz="2000" dirty="0"/>
                        <a:t>2 Juin 2020</a:t>
                      </a:r>
                    </a:p>
                  </a:txBody>
                  <a:tcPr/>
                </a:tc>
                <a:extLst>
                  <a:ext uri="{0D108BD9-81ED-4DB2-BD59-A6C34878D82A}">
                    <a16:rowId xmlns:a16="http://schemas.microsoft.com/office/drawing/2014/main" val="2368664396"/>
                  </a:ext>
                </a:extLst>
              </a:tr>
              <a:tr h="637235">
                <a:tc>
                  <a:txBody>
                    <a:bodyPr/>
                    <a:lstStyle/>
                    <a:p>
                      <a:r>
                        <a:rPr lang="fr-FR" sz="2000" dirty="0"/>
                        <a:t>Soumission des solutions les plus prometteuses  au niveau global</a:t>
                      </a:r>
                    </a:p>
                  </a:txBody>
                  <a:tcPr/>
                </a:tc>
                <a:tc>
                  <a:txBody>
                    <a:bodyPr/>
                    <a:lstStyle/>
                    <a:p>
                      <a:r>
                        <a:rPr lang="fr-FR" sz="2000" dirty="0"/>
                        <a:t>Juin 2020</a:t>
                      </a:r>
                    </a:p>
                  </a:txBody>
                  <a:tcPr/>
                </a:tc>
                <a:extLst>
                  <a:ext uri="{0D108BD9-81ED-4DB2-BD59-A6C34878D82A}">
                    <a16:rowId xmlns:a16="http://schemas.microsoft.com/office/drawing/2014/main" val="2824453507"/>
                  </a:ext>
                </a:extLst>
              </a:tr>
            </a:tbl>
          </a:graphicData>
        </a:graphic>
      </p:graphicFrame>
      <p:pic>
        <p:nvPicPr>
          <p:cNvPr id="6" name="Picture 5">
            <a:extLst>
              <a:ext uri="{FF2B5EF4-FFF2-40B4-BE49-F238E27FC236}">
                <a16:creationId xmlns:a16="http://schemas.microsoft.com/office/drawing/2014/main" id="{8442D760-974F-4F80-9ACA-26315ED039B0}"/>
              </a:ext>
            </a:extLst>
          </p:cNvPr>
          <p:cNvPicPr>
            <a:picLocks noChangeAspect="1"/>
          </p:cNvPicPr>
          <p:nvPr/>
        </p:nvPicPr>
        <p:blipFill>
          <a:blip r:embed="rId2"/>
          <a:stretch>
            <a:fillRect/>
          </a:stretch>
        </p:blipFill>
        <p:spPr>
          <a:xfrm>
            <a:off x="10500585" y="5260987"/>
            <a:ext cx="1438228" cy="1392685"/>
          </a:xfrm>
          <a:prstGeom prst="rect">
            <a:avLst/>
          </a:prstGeom>
        </p:spPr>
      </p:pic>
    </p:spTree>
    <p:extLst>
      <p:ext uri="{BB962C8B-B14F-4D97-AF65-F5344CB8AC3E}">
        <p14:creationId xmlns:p14="http://schemas.microsoft.com/office/powerpoint/2010/main" val="1555236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6A47584-6237-4849-B6FB-8B8CB01FBB89}"/>
              </a:ext>
            </a:extLst>
          </p:cNvPr>
          <p:cNvSpPr>
            <a:spLocks noGrp="1"/>
          </p:cNvSpPr>
          <p:nvPr>
            <p:ph type="sldNum" sz="quarter" idx="12"/>
          </p:nvPr>
        </p:nvSpPr>
        <p:spPr>
          <a:xfrm>
            <a:off x="9426358" y="6382957"/>
            <a:ext cx="2743200" cy="365125"/>
          </a:xfrm>
        </p:spPr>
        <p:txBody>
          <a:bodyPr/>
          <a:lstStyle/>
          <a:p>
            <a:fld id="{52D1934C-5B33-4B0D-88E3-803271ED8552}" type="slidenum">
              <a:rPr lang="en-US" smtClean="0"/>
              <a:t>11</a:t>
            </a:fld>
            <a:endParaRPr lang="en-US" dirty="0"/>
          </a:p>
        </p:txBody>
      </p:sp>
      <p:pic>
        <p:nvPicPr>
          <p:cNvPr id="8" name="Picture 7">
            <a:extLst>
              <a:ext uri="{FF2B5EF4-FFF2-40B4-BE49-F238E27FC236}">
                <a16:creationId xmlns:a16="http://schemas.microsoft.com/office/drawing/2014/main" id="{8531557A-49F1-46E6-BB09-091EE41726D9}"/>
              </a:ext>
            </a:extLst>
          </p:cNvPr>
          <p:cNvPicPr>
            <a:picLocks noChangeAspect="1"/>
          </p:cNvPicPr>
          <p:nvPr/>
        </p:nvPicPr>
        <p:blipFill>
          <a:blip r:embed="rId2"/>
          <a:stretch>
            <a:fillRect/>
          </a:stretch>
        </p:blipFill>
        <p:spPr>
          <a:xfrm>
            <a:off x="10500585" y="5260987"/>
            <a:ext cx="1438228" cy="1392685"/>
          </a:xfrm>
          <a:prstGeom prst="rect">
            <a:avLst/>
          </a:prstGeom>
        </p:spPr>
      </p:pic>
      <p:pic>
        <p:nvPicPr>
          <p:cNvPr id="12" name="Content Placeholder 11">
            <a:extLst>
              <a:ext uri="{FF2B5EF4-FFF2-40B4-BE49-F238E27FC236}">
                <a16:creationId xmlns:a16="http://schemas.microsoft.com/office/drawing/2014/main" id="{6EA2ABEA-ADF5-4EC9-A14A-8986E9CF922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06028" y="116889"/>
            <a:ext cx="10111666" cy="6741111"/>
          </a:xfrm>
        </p:spPr>
      </p:pic>
      <p:sp>
        <p:nvSpPr>
          <p:cNvPr id="6" name="Content Placeholder 2">
            <a:extLst>
              <a:ext uri="{FF2B5EF4-FFF2-40B4-BE49-F238E27FC236}">
                <a16:creationId xmlns:a16="http://schemas.microsoft.com/office/drawing/2014/main" id="{8347F62A-8B5B-4B7D-A72C-837546F8E672}"/>
              </a:ext>
            </a:extLst>
          </p:cNvPr>
          <p:cNvSpPr txBox="1">
            <a:spLocks/>
          </p:cNvSpPr>
          <p:nvPr/>
        </p:nvSpPr>
        <p:spPr>
          <a:xfrm>
            <a:off x="1678147" y="4861592"/>
            <a:ext cx="8727284" cy="1809710"/>
          </a:xfrm>
          <a:prstGeom prst="rect">
            <a:avLst/>
          </a:prstGeom>
          <a:solidFill>
            <a:schemeClr val="bg1">
              <a:alpha val="76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600" b="1" dirty="0">
                <a:solidFill>
                  <a:schemeClr val="accent2"/>
                </a:solidFill>
              </a:rPr>
              <a:t>Merci de votre aimable attention!</a:t>
            </a:r>
          </a:p>
          <a:p>
            <a:endParaRPr lang="fr-FR" dirty="0">
              <a:solidFill>
                <a:schemeClr val="bg1"/>
              </a:solidFill>
            </a:endParaRPr>
          </a:p>
        </p:txBody>
      </p:sp>
    </p:spTree>
    <p:extLst>
      <p:ext uri="{BB962C8B-B14F-4D97-AF65-F5344CB8AC3E}">
        <p14:creationId xmlns:p14="http://schemas.microsoft.com/office/powerpoint/2010/main" val="3962942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466</TotalTime>
  <Words>934</Words>
  <Application>Microsoft Office PowerPoint</Application>
  <PresentationFormat>Widescreen</PresentationFormat>
  <Paragraphs>77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Courier New</vt:lpstr>
      <vt:lpstr>Wingdings</vt:lpstr>
      <vt:lpstr>Office Theme</vt:lpstr>
      <vt:lpstr>YOUTH CHALLENGE</vt:lpstr>
      <vt:lpstr>Qu’est-ce-que Génération Sans Limite? (Generation Unlimited)</vt:lpstr>
      <vt:lpstr>Objectifs stratégiques du GenU</vt:lpstr>
      <vt:lpstr>Objectifs stratégiques du GenU (suite)</vt:lpstr>
      <vt:lpstr>C’est quoi le Youth Challenge?</vt:lpstr>
      <vt:lpstr>Les objectifs du Youth Challenge</vt:lpstr>
      <vt:lpstr>Les objectifs du Youth Challenge   </vt:lpstr>
      <vt:lpstr>Processus</vt:lpstr>
      <vt:lpstr>Les partenaires de Youth Challenge</vt:lpstr>
      <vt:lpstr>Calendrier indicatif</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YOUTH CHALLENGE</dc:title>
  <dc:creator>Jean Junior Niyonkuru</dc:creator>
  <cp:lastModifiedBy>Jean Junior Niyonkuru</cp:lastModifiedBy>
  <cp:revision>28</cp:revision>
  <cp:lastPrinted>2019-10-21T19:14:32Z</cp:lastPrinted>
  <dcterms:created xsi:type="dcterms:W3CDTF">2019-10-21T18:10:22Z</dcterms:created>
  <dcterms:modified xsi:type="dcterms:W3CDTF">2020-02-20T08:31:49Z</dcterms:modified>
</cp:coreProperties>
</file>