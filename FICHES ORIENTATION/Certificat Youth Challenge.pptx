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</p:sldIdLst>
  <p:sldSz cx="12192000" cy="6858000"/>
  <p:notesSz cx="7010400" cy="9296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D23491-A5C6-4A8F-ACA4-9FB6FCD8092C}" v="78" dt="2020-03-02T12:35:42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 Junior Niyonkuru" userId="bf37ad57-adb8-4656-a154-b4f1eed3c441" providerId="ADAL" clId="{7ED23491-A5C6-4A8F-ACA4-9FB6FCD8092C}"/>
    <pc:docChg chg="undo custSel addSld delSld modSld">
      <pc:chgData name="Jean Junior Niyonkuru" userId="bf37ad57-adb8-4656-a154-b4f1eed3c441" providerId="ADAL" clId="{7ED23491-A5C6-4A8F-ACA4-9FB6FCD8092C}" dt="2020-03-02T13:38:43.135" v="595" actId="20577"/>
      <pc:docMkLst>
        <pc:docMk/>
      </pc:docMkLst>
      <pc:sldChg chg="modSp">
        <pc:chgData name="Jean Junior Niyonkuru" userId="bf37ad57-adb8-4656-a154-b4f1eed3c441" providerId="ADAL" clId="{7ED23491-A5C6-4A8F-ACA4-9FB6FCD8092C}" dt="2020-03-02T12:40:27.003" v="537" actId="113"/>
        <pc:sldMkLst>
          <pc:docMk/>
          <pc:sldMk cId="2390176500" sldId="256"/>
        </pc:sldMkLst>
        <pc:spChg chg="mod">
          <ac:chgData name="Jean Junior Niyonkuru" userId="bf37ad57-adb8-4656-a154-b4f1eed3c441" providerId="ADAL" clId="{7ED23491-A5C6-4A8F-ACA4-9FB6FCD8092C}" dt="2020-03-02T12:40:27.003" v="537" actId="113"/>
          <ac:spMkLst>
            <pc:docMk/>
            <pc:sldMk cId="2390176500" sldId="256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40:21.028" v="536" actId="113"/>
        <pc:sldMkLst>
          <pc:docMk/>
          <pc:sldMk cId="1872617457" sldId="257"/>
        </pc:sldMkLst>
        <pc:spChg chg="mod">
          <ac:chgData name="Jean Junior Niyonkuru" userId="bf37ad57-adb8-4656-a154-b4f1eed3c441" providerId="ADAL" clId="{7ED23491-A5C6-4A8F-ACA4-9FB6FCD8092C}" dt="2020-03-02T12:40:21.028" v="536" actId="113"/>
          <ac:spMkLst>
            <pc:docMk/>
            <pc:sldMk cId="1872617457" sldId="257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40:17.765" v="535" actId="113"/>
        <pc:sldMkLst>
          <pc:docMk/>
          <pc:sldMk cId="1353928217" sldId="258"/>
        </pc:sldMkLst>
        <pc:spChg chg="mod">
          <ac:chgData name="Jean Junior Niyonkuru" userId="bf37ad57-adb8-4656-a154-b4f1eed3c441" providerId="ADAL" clId="{7ED23491-A5C6-4A8F-ACA4-9FB6FCD8092C}" dt="2020-03-02T12:40:17.765" v="535" actId="113"/>
          <ac:spMkLst>
            <pc:docMk/>
            <pc:sldMk cId="1353928217" sldId="258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50.309" v="534" actId="113"/>
        <pc:sldMkLst>
          <pc:docMk/>
          <pc:sldMk cId="2035227230" sldId="259"/>
        </pc:sldMkLst>
        <pc:spChg chg="mod">
          <ac:chgData name="Jean Junior Niyonkuru" userId="bf37ad57-adb8-4656-a154-b4f1eed3c441" providerId="ADAL" clId="{7ED23491-A5C6-4A8F-ACA4-9FB6FCD8092C}" dt="2020-03-02T12:39:50.309" v="534" actId="113"/>
          <ac:spMkLst>
            <pc:docMk/>
            <pc:sldMk cId="2035227230" sldId="259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47.237" v="533" actId="113"/>
        <pc:sldMkLst>
          <pc:docMk/>
          <pc:sldMk cId="3409383683" sldId="260"/>
        </pc:sldMkLst>
        <pc:spChg chg="mod">
          <ac:chgData name="Jean Junior Niyonkuru" userId="bf37ad57-adb8-4656-a154-b4f1eed3c441" providerId="ADAL" clId="{7ED23491-A5C6-4A8F-ACA4-9FB6FCD8092C}" dt="2020-03-02T12:39:47.237" v="533" actId="113"/>
          <ac:spMkLst>
            <pc:docMk/>
            <pc:sldMk cId="3409383683" sldId="260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41.973" v="532" actId="113"/>
        <pc:sldMkLst>
          <pc:docMk/>
          <pc:sldMk cId="2751963571" sldId="261"/>
        </pc:sldMkLst>
        <pc:spChg chg="mod">
          <ac:chgData name="Jean Junior Niyonkuru" userId="bf37ad57-adb8-4656-a154-b4f1eed3c441" providerId="ADAL" clId="{7ED23491-A5C6-4A8F-ACA4-9FB6FCD8092C}" dt="2020-03-02T12:39:41.973" v="532" actId="113"/>
          <ac:spMkLst>
            <pc:docMk/>
            <pc:sldMk cId="2751963571" sldId="261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38.211" v="531" actId="113"/>
        <pc:sldMkLst>
          <pc:docMk/>
          <pc:sldMk cId="2096967537" sldId="262"/>
        </pc:sldMkLst>
        <pc:spChg chg="mod">
          <ac:chgData name="Jean Junior Niyonkuru" userId="bf37ad57-adb8-4656-a154-b4f1eed3c441" providerId="ADAL" clId="{7ED23491-A5C6-4A8F-ACA4-9FB6FCD8092C}" dt="2020-03-02T12:39:38.211" v="531" actId="113"/>
          <ac:spMkLst>
            <pc:docMk/>
            <pc:sldMk cId="2096967537" sldId="262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33.508" v="530" actId="113"/>
        <pc:sldMkLst>
          <pc:docMk/>
          <pc:sldMk cId="2167992466" sldId="263"/>
        </pc:sldMkLst>
        <pc:spChg chg="mod">
          <ac:chgData name="Jean Junior Niyonkuru" userId="bf37ad57-adb8-4656-a154-b4f1eed3c441" providerId="ADAL" clId="{7ED23491-A5C6-4A8F-ACA4-9FB6FCD8092C}" dt="2020-03-02T12:39:33.508" v="530" actId="113"/>
          <ac:spMkLst>
            <pc:docMk/>
            <pc:sldMk cId="2167992466" sldId="263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29.939" v="529" actId="113"/>
        <pc:sldMkLst>
          <pc:docMk/>
          <pc:sldMk cId="1727712722" sldId="264"/>
        </pc:sldMkLst>
        <pc:spChg chg="mod">
          <ac:chgData name="Jean Junior Niyonkuru" userId="bf37ad57-adb8-4656-a154-b4f1eed3c441" providerId="ADAL" clId="{7ED23491-A5C6-4A8F-ACA4-9FB6FCD8092C}" dt="2020-03-02T12:39:29.939" v="529" actId="113"/>
          <ac:spMkLst>
            <pc:docMk/>
            <pc:sldMk cId="1727712722" sldId="264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26.157" v="528" actId="113"/>
        <pc:sldMkLst>
          <pc:docMk/>
          <pc:sldMk cId="3259335419" sldId="265"/>
        </pc:sldMkLst>
        <pc:spChg chg="mod">
          <ac:chgData name="Jean Junior Niyonkuru" userId="bf37ad57-adb8-4656-a154-b4f1eed3c441" providerId="ADAL" clId="{7ED23491-A5C6-4A8F-ACA4-9FB6FCD8092C}" dt="2020-03-02T12:39:26.157" v="528" actId="113"/>
          <ac:spMkLst>
            <pc:docMk/>
            <pc:sldMk cId="3259335419" sldId="265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22.110" v="527" actId="113"/>
        <pc:sldMkLst>
          <pc:docMk/>
          <pc:sldMk cId="3190070896" sldId="266"/>
        </pc:sldMkLst>
        <pc:spChg chg="mod">
          <ac:chgData name="Jean Junior Niyonkuru" userId="bf37ad57-adb8-4656-a154-b4f1eed3c441" providerId="ADAL" clId="{7ED23491-A5C6-4A8F-ACA4-9FB6FCD8092C}" dt="2020-03-02T12:39:22.110" v="527" actId="113"/>
          <ac:spMkLst>
            <pc:docMk/>
            <pc:sldMk cId="3190070896" sldId="266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18.517" v="526" actId="113"/>
        <pc:sldMkLst>
          <pc:docMk/>
          <pc:sldMk cId="92902995" sldId="267"/>
        </pc:sldMkLst>
        <pc:spChg chg="mod">
          <ac:chgData name="Jean Junior Niyonkuru" userId="bf37ad57-adb8-4656-a154-b4f1eed3c441" providerId="ADAL" clId="{7ED23491-A5C6-4A8F-ACA4-9FB6FCD8092C}" dt="2020-03-02T12:39:18.517" v="526" actId="113"/>
          <ac:spMkLst>
            <pc:docMk/>
            <pc:sldMk cId="92902995" sldId="267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14.172" v="525" actId="113"/>
        <pc:sldMkLst>
          <pc:docMk/>
          <pc:sldMk cId="1787519273" sldId="268"/>
        </pc:sldMkLst>
        <pc:spChg chg="mod">
          <ac:chgData name="Jean Junior Niyonkuru" userId="bf37ad57-adb8-4656-a154-b4f1eed3c441" providerId="ADAL" clId="{7ED23491-A5C6-4A8F-ACA4-9FB6FCD8092C}" dt="2020-03-02T12:39:14.172" v="525" actId="113"/>
          <ac:spMkLst>
            <pc:docMk/>
            <pc:sldMk cId="1787519273" sldId="268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09.948" v="524" actId="113"/>
        <pc:sldMkLst>
          <pc:docMk/>
          <pc:sldMk cId="1301967130" sldId="269"/>
        </pc:sldMkLst>
        <pc:spChg chg="mod">
          <ac:chgData name="Jean Junior Niyonkuru" userId="bf37ad57-adb8-4656-a154-b4f1eed3c441" providerId="ADAL" clId="{7ED23491-A5C6-4A8F-ACA4-9FB6FCD8092C}" dt="2020-03-02T12:39:09.948" v="524" actId="113"/>
          <ac:spMkLst>
            <pc:docMk/>
            <pc:sldMk cId="1301967130" sldId="269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06.829" v="523" actId="113"/>
        <pc:sldMkLst>
          <pc:docMk/>
          <pc:sldMk cId="2831849208" sldId="270"/>
        </pc:sldMkLst>
        <pc:spChg chg="mod">
          <ac:chgData name="Jean Junior Niyonkuru" userId="bf37ad57-adb8-4656-a154-b4f1eed3c441" providerId="ADAL" clId="{7ED23491-A5C6-4A8F-ACA4-9FB6FCD8092C}" dt="2020-03-02T12:39:06.829" v="523" actId="113"/>
          <ac:spMkLst>
            <pc:docMk/>
            <pc:sldMk cId="2831849208" sldId="270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9:03.077" v="522" actId="113"/>
        <pc:sldMkLst>
          <pc:docMk/>
          <pc:sldMk cId="2757994476" sldId="271"/>
        </pc:sldMkLst>
        <pc:spChg chg="mod">
          <ac:chgData name="Jean Junior Niyonkuru" userId="bf37ad57-adb8-4656-a154-b4f1eed3c441" providerId="ADAL" clId="{7ED23491-A5C6-4A8F-ACA4-9FB6FCD8092C}" dt="2020-03-02T12:39:03.077" v="522" actId="113"/>
          <ac:spMkLst>
            <pc:docMk/>
            <pc:sldMk cId="2757994476" sldId="271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58.022" v="521" actId="113"/>
        <pc:sldMkLst>
          <pc:docMk/>
          <pc:sldMk cId="804962395" sldId="272"/>
        </pc:sldMkLst>
        <pc:spChg chg="mod">
          <ac:chgData name="Jean Junior Niyonkuru" userId="bf37ad57-adb8-4656-a154-b4f1eed3c441" providerId="ADAL" clId="{7ED23491-A5C6-4A8F-ACA4-9FB6FCD8092C}" dt="2020-03-02T12:38:58.022" v="521" actId="113"/>
          <ac:spMkLst>
            <pc:docMk/>
            <pc:sldMk cId="804962395" sldId="272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49.684" v="520" actId="113"/>
        <pc:sldMkLst>
          <pc:docMk/>
          <pc:sldMk cId="779773293" sldId="273"/>
        </pc:sldMkLst>
        <pc:spChg chg="mod">
          <ac:chgData name="Jean Junior Niyonkuru" userId="bf37ad57-adb8-4656-a154-b4f1eed3c441" providerId="ADAL" clId="{7ED23491-A5C6-4A8F-ACA4-9FB6FCD8092C}" dt="2020-03-02T12:38:49.684" v="520" actId="113"/>
          <ac:spMkLst>
            <pc:docMk/>
            <pc:sldMk cId="779773293" sldId="273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46.398" v="519" actId="113"/>
        <pc:sldMkLst>
          <pc:docMk/>
          <pc:sldMk cId="1262855799" sldId="274"/>
        </pc:sldMkLst>
        <pc:spChg chg="mod">
          <ac:chgData name="Jean Junior Niyonkuru" userId="bf37ad57-adb8-4656-a154-b4f1eed3c441" providerId="ADAL" clId="{7ED23491-A5C6-4A8F-ACA4-9FB6FCD8092C}" dt="2020-03-02T12:38:46.398" v="519" actId="113"/>
          <ac:spMkLst>
            <pc:docMk/>
            <pc:sldMk cId="1262855799" sldId="274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42.876" v="518" actId="113"/>
        <pc:sldMkLst>
          <pc:docMk/>
          <pc:sldMk cId="269221747" sldId="275"/>
        </pc:sldMkLst>
        <pc:spChg chg="mod">
          <ac:chgData name="Jean Junior Niyonkuru" userId="bf37ad57-adb8-4656-a154-b4f1eed3c441" providerId="ADAL" clId="{7ED23491-A5C6-4A8F-ACA4-9FB6FCD8092C}" dt="2020-03-02T12:38:42.876" v="518" actId="113"/>
          <ac:spMkLst>
            <pc:docMk/>
            <pc:sldMk cId="269221747" sldId="275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37.764" v="517" actId="113"/>
        <pc:sldMkLst>
          <pc:docMk/>
          <pc:sldMk cId="57015324" sldId="276"/>
        </pc:sldMkLst>
        <pc:spChg chg="mod">
          <ac:chgData name="Jean Junior Niyonkuru" userId="bf37ad57-adb8-4656-a154-b4f1eed3c441" providerId="ADAL" clId="{7ED23491-A5C6-4A8F-ACA4-9FB6FCD8092C}" dt="2020-03-02T12:38:37.764" v="517" actId="113"/>
          <ac:spMkLst>
            <pc:docMk/>
            <pc:sldMk cId="57015324" sldId="276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31.670" v="516" actId="113"/>
        <pc:sldMkLst>
          <pc:docMk/>
          <pc:sldMk cId="2988808656" sldId="277"/>
        </pc:sldMkLst>
        <pc:spChg chg="mod">
          <ac:chgData name="Jean Junior Niyonkuru" userId="bf37ad57-adb8-4656-a154-b4f1eed3c441" providerId="ADAL" clId="{7ED23491-A5C6-4A8F-ACA4-9FB6FCD8092C}" dt="2020-03-02T12:38:31.670" v="516" actId="113"/>
          <ac:spMkLst>
            <pc:docMk/>
            <pc:sldMk cId="2988808656" sldId="277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28.260" v="515" actId="113"/>
        <pc:sldMkLst>
          <pc:docMk/>
          <pc:sldMk cId="4051654791" sldId="278"/>
        </pc:sldMkLst>
        <pc:spChg chg="mod">
          <ac:chgData name="Jean Junior Niyonkuru" userId="bf37ad57-adb8-4656-a154-b4f1eed3c441" providerId="ADAL" clId="{7ED23491-A5C6-4A8F-ACA4-9FB6FCD8092C}" dt="2020-03-02T12:38:28.260" v="515" actId="113"/>
          <ac:spMkLst>
            <pc:docMk/>
            <pc:sldMk cId="4051654791" sldId="278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24.700" v="514" actId="113"/>
        <pc:sldMkLst>
          <pc:docMk/>
          <pc:sldMk cId="3917096156" sldId="279"/>
        </pc:sldMkLst>
        <pc:spChg chg="mod">
          <ac:chgData name="Jean Junior Niyonkuru" userId="bf37ad57-adb8-4656-a154-b4f1eed3c441" providerId="ADAL" clId="{7ED23491-A5C6-4A8F-ACA4-9FB6FCD8092C}" dt="2020-03-02T12:38:24.700" v="514" actId="113"/>
          <ac:spMkLst>
            <pc:docMk/>
            <pc:sldMk cId="3917096156" sldId="279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19.781" v="513" actId="113"/>
        <pc:sldMkLst>
          <pc:docMk/>
          <pc:sldMk cId="4062517402" sldId="281"/>
        </pc:sldMkLst>
        <pc:spChg chg="mod">
          <ac:chgData name="Jean Junior Niyonkuru" userId="bf37ad57-adb8-4656-a154-b4f1eed3c441" providerId="ADAL" clId="{7ED23491-A5C6-4A8F-ACA4-9FB6FCD8092C}" dt="2020-03-02T12:38:19.781" v="513" actId="113"/>
          <ac:spMkLst>
            <pc:docMk/>
            <pc:sldMk cId="4062517402" sldId="281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17.117" v="512" actId="113"/>
        <pc:sldMkLst>
          <pc:docMk/>
          <pc:sldMk cId="4222624573" sldId="282"/>
        </pc:sldMkLst>
        <pc:spChg chg="mod">
          <ac:chgData name="Jean Junior Niyonkuru" userId="bf37ad57-adb8-4656-a154-b4f1eed3c441" providerId="ADAL" clId="{7ED23491-A5C6-4A8F-ACA4-9FB6FCD8092C}" dt="2020-03-02T12:38:17.117" v="512" actId="113"/>
          <ac:spMkLst>
            <pc:docMk/>
            <pc:sldMk cId="4222624573" sldId="282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13.477" v="511" actId="113"/>
        <pc:sldMkLst>
          <pc:docMk/>
          <pc:sldMk cId="1567841760" sldId="283"/>
        </pc:sldMkLst>
        <pc:spChg chg="mod">
          <ac:chgData name="Jean Junior Niyonkuru" userId="bf37ad57-adb8-4656-a154-b4f1eed3c441" providerId="ADAL" clId="{7ED23491-A5C6-4A8F-ACA4-9FB6FCD8092C}" dt="2020-03-02T12:38:13.477" v="511" actId="113"/>
          <ac:spMkLst>
            <pc:docMk/>
            <pc:sldMk cId="1567841760" sldId="283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09.412" v="510" actId="113"/>
        <pc:sldMkLst>
          <pc:docMk/>
          <pc:sldMk cId="2888457246" sldId="284"/>
        </pc:sldMkLst>
        <pc:spChg chg="mod">
          <ac:chgData name="Jean Junior Niyonkuru" userId="bf37ad57-adb8-4656-a154-b4f1eed3c441" providerId="ADAL" clId="{7ED23491-A5C6-4A8F-ACA4-9FB6FCD8092C}" dt="2020-03-02T12:38:09.412" v="510" actId="113"/>
          <ac:spMkLst>
            <pc:docMk/>
            <pc:sldMk cId="2888457246" sldId="284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05.804" v="509" actId="113"/>
        <pc:sldMkLst>
          <pc:docMk/>
          <pc:sldMk cId="4063679935" sldId="285"/>
        </pc:sldMkLst>
        <pc:spChg chg="mod">
          <ac:chgData name="Jean Junior Niyonkuru" userId="bf37ad57-adb8-4656-a154-b4f1eed3c441" providerId="ADAL" clId="{7ED23491-A5C6-4A8F-ACA4-9FB6FCD8092C}" dt="2020-03-02T12:38:05.804" v="509" actId="113"/>
          <ac:spMkLst>
            <pc:docMk/>
            <pc:sldMk cId="4063679935" sldId="285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8:00.859" v="508" actId="113"/>
        <pc:sldMkLst>
          <pc:docMk/>
          <pc:sldMk cId="3062451784" sldId="286"/>
        </pc:sldMkLst>
        <pc:spChg chg="mod">
          <ac:chgData name="Jean Junior Niyonkuru" userId="bf37ad57-adb8-4656-a154-b4f1eed3c441" providerId="ADAL" clId="{7ED23491-A5C6-4A8F-ACA4-9FB6FCD8092C}" dt="2020-03-02T12:38:00.859" v="508" actId="113"/>
          <ac:spMkLst>
            <pc:docMk/>
            <pc:sldMk cId="3062451784" sldId="286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7:57.534" v="507" actId="113"/>
        <pc:sldMkLst>
          <pc:docMk/>
          <pc:sldMk cId="3730120478" sldId="287"/>
        </pc:sldMkLst>
        <pc:spChg chg="mod">
          <ac:chgData name="Jean Junior Niyonkuru" userId="bf37ad57-adb8-4656-a154-b4f1eed3c441" providerId="ADAL" clId="{7ED23491-A5C6-4A8F-ACA4-9FB6FCD8092C}" dt="2020-03-02T12:37:57.534" v="507" actId="113"/>
          <ac:spMkLst>
            <pc:docMk/>
            <pc:sldMk cId="3730120478" sldId="287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7:47.260" v="506" actId="113"/>
        <pc:sldMkLst>
          <pc:docMk/>
          <pc:sldMk cId="3821334542" sldId="288"/>
        </pc:sldMkLst>
        <pc:spChg chg="mod">
          <ac:chgData name="Jean Junior Niyonkuru" userId="bf37ad57-adb8-4656-a154-b4f1eed3c441" providerId="ADAL" clId="{7ED23491-A5C6-4A8F-ACA4-9FB6FCD8092C}" dt="2020-03-02T12:37:47.260" v="506" actId="113"/>
          <ac:spMkLst>
            <pc:docMk/>
            <pc:sldMk cId="3821334542" sldId="288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7:43.997" v="505" actId="113"/>
        <pc:sldMkLst>
          <pc:docMk/>
          <pc:sldMk cId="2279854069" sldId="289"/>
        </pc:sldMkLst>
        <pc:spChg chg="mod">
          <ac:chgData name="Jean Junior Niyonkuru" userId="bf37ad57-adb8-4656-a154-b4f1eed3c441" providerId="ADAL" clId="{7ED23491-A5C6-4A8F-ACA4-9FB6FCD8092C}" dt="2020-03-02T12:37:43.997" v="505" actId="113"/>
          <ac:spMkLst>
            <pc:docMk/>
            <pc:sldMk cId="2279854069" sldId="289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7:40.476" v="504" actId="113"/>
        <pc:sldMkLst>
          <pc:docMk/>
          <pc:sldMk cId="1480874864" sldId="290"/>
        </pc:sldMkLst>
        <pc:spChg chg="mod">
          <ac:chgData name="Jean Junior Niyonkuru" userId="bf37ad57-adb8-4656-a154-b4f1eed3c441" providerId="ADAL" clId="{7ED23491-A5C6-4A8F-ACA4-9FB6FCD8092C}" dt="2020-03-02T12:37:40.476" v="504" actId="113"/>
          <ac:spMkLst>
            <pc:docMk/>
            <pc:sldMk cId="1480874864" sldId="290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7:36.389" v="503" actId="113"/>
        <pc:sldMkLst>
          <pc:docMk/>
          <pc:sldMk cId="1474195565" sldId="291"/>
        </pc:sldMkLst>
        <pc:spChg chg="mod">
          <ac:chgData name="Jean Junior Niyonkuru" userId="bf37ad57-adb8-4656-a154-b4f1eed3c441" providerId="ADAL" clId="{7ED23491-A5C6-4A8F-ACA4-9FB6FCD8092C}" dt="2020-03-02T12:37:36.389" v="503" actId="113"/>
          <ac:spMkLst>
            <pc:docMk/>
            <pc:sldMk cId="1474195565" sldId="291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7:33.004" v="502" actId="113"/>
        <pc:sldMkLst>
          <pc:docMk/>
          <pc:sldMk cId="462118445" sldId="292"/>
        </pc:sldMkLst>
        <pc:spChg chg="mod">
          <ac:chgData name="Jean Junior Niyonkuru" userId="bf37ad57-adb8-4656-a154-b4f1eed3c441" providerId="ADAL" clId="{7ED23491-A5C6-4A8F-ACA4-9FB6FCD8092C}" dt="2020-03-02T12:37:33.004" v="502" actId="113"/>
          <ac:spMkLst>
            <pc:docMk/>
            <pc:sldMk cId="462118445" sldId="292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7:28.714" v="501" actId="113"/>
        <pc:sldMkLst>
          <pc:docMk/>
          <pc:sldMk cId="626225735" sldId="293"/>
        </pc:sldMkLst>
        <pc:spChg chg="mod">
          <ac:chgData name="Jean Junior Niyonkuru" userId="bf37ad57-adb8-4656-a154-b4f1eed3c441" providerId="ADAL" clId="{7ED23491-A5C6-4A8F-ACA4-9FB6FCD8092C}" dt="2020-03-02T12:37:28.714" v="501" actId="113"/>
          <ac:spMkLst>
            <pc:docMk/>
            <pc:sldMk cId="626225735" sldId="293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7:25.180" v="500" actId="113"/>
        <pc:sldMkLst>
          <pc:docMk/>
          <pc:sldMk cId="3326227540" sldId="294"/>
        </pc:sldMkLst>
        <pc:spChg chg="mod">
          <ac:chgData name="Jean Junior Niyonkuru" userId="bf37ad57-adb8-4656-a154-b4f1eed3c441" providerId="ADAL" clId="{7ED23491-A5C6-4A8F-ACA4-9FB6FCD8092C}" dt="2020-03-02T12:37:25.180" v="500" actId="113"/>
          <ac:spMkLst>
            <pc:docMk/>
            <pc:sldMk cId="3326227540" sldId="294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7:21.045" v="499" actId="113"/>
        <pc:sldMkLst>
          <pc:docMk/>
          <pc:sldMk cId="4244138076" sldId="295"/>
        </pc:sldMkLst>
        <pc:spChg chg="mod">
          <ac:chgData name="Jean Junior Niyonkuru" userId="bf37ad57-adb8-4656-a154-b4f1eed3c441" providerId="ADAL" clId="{7ED23491-A5C6-4A8F-ACA4-9FB6FCD8092C}" dt="2020-03-02T12:37:21.045" v="499" actId="113"/>
          <ac:spMkLst>
            <pc:docMk/>
            <pc:sldMk cId="4244138076" sldId="295"/>
            <ac:spMk id="7" creationId="{0D6C6EE5-4A5E-4DD8-8B31-0F1F75DD616D}"/>
          </ac:spMkLst>
        </pc:spChg>
      </pc:sldChg>
      <pc:sldChg chg="modSp">
        <pc:chgData name="Jean Junior Niyonkuru" userId="bf37ad57-adb8-4656-a154-b4f1eed3c441" providerId="ADAL" clId="{7ED23491-A5C6-4A8F-ACA4-9FB6FCD8092C}" dt="2020-03-02T12:37:17.383" v="498" actId="113"/>
        <pc:sldMkLst>
          <pc:docMk/>
          <pc:sldMk cId="1564562342" sldId="296"/>
        </pc:sldMkLst>
        <pc:spChg chg="mod">
          <ac:chgData name="Jean Junior Niyonkuru" userId="bf37ad57-adb8-4656-a154-b4f1eed3c441" providerId="ADAL" clId="{7ED23491-A5C6-4A8F-ACA4-9FB6FCD8092C}" dt="2020-03-02T12:37:17.383" v="498" actId="113"/>
          <ac:spMkLst>
            <pc:docMk/>
            <pc:sldMk cId="1564562342" sldId="296"/>
            <ac:spMk id="7" creationId="{0D6C6EE5-4A5E-4DD8-8B31-0F1F75DD616D}"/>
          </ac:spMkLst>
        </pc:spChg>
      </pc:sldChg>
      <pc:sldChg chg="del">
        <pc:chgData name="Jean Junior Niyonkuru" userId="bf37ad57-adb8-4656-a154-b4f1eed3c441" providerId="ADAL" clId="{7ED23491-A5C6-4A8F-ACA4-9FB6FCD8092C}" dt="2020-03-02T12:20:04.055" v="7" actId="2696"/>
        <pc:sldMkLst>
          <pc:docMk/>
          <pc:sldMk cId="3407658080" sldId="297"/>
        </pc:sldMkLst>
      </pc:sldChg>
      <pc:sldChg chg="del">
        <pc:chgData name="Jean Junior Niyonkuru" userId="bf37ad57-adb8-4656-a154-b4f1eed3c441" providerId="ADAL" clId="{7ED23491-A5C6-4A8F-ACA4-9FB6FCD8092C}" dt="2020-03-02T12:20:05.144" v="8" actId="2696"/>
        <pc:sldMkLst>
          <pc:docMk/>
          <pc:sldMk cId="3863128689" sldId="298"/>
        </pc:sldMkLst>
      </pc:sldChg>
      <pc:sldChg chg="del">
        <pc:chgData name="Jean Junior Niyonkuru" userId="bf37ad57-adb8-4656-a154-b4f1eed3c441" providerId="ADAL" clId="{7ED23491-A5C6-4A8F-ACA4-9FB6FCD8092C}" dt="2020-03-02T12:20:06.405" v="9" actId="2696"/>
        <pc:sldMkLst>
          <pc:docMk/>
          <pc:sldMk cId="4099958858" sldId="299"/>
        </pc:sldMkLst>
      </pc:sldChg>
      <pc:sldChg chg="modSp add del">
        <pc:chgData name="Jean Junior Niyonkuru" userId="bf37ad57-adb8-4656-a154-b4f1eed3c441" providerId="ADAL" clId="{7ED23491-A5C6-4A8F-ACA4-9FB6FCD8092C}" dt="2020-03-02T12:37:05.540" v="497" actId="113"/>
        <pc:sldMkLst>
          <pc:docMk/>
          <pc:sldMk cId="3484705570" sldId="300"/>
        </pc:sldMkLst>
        <pc:spChg chg="mod">
          <ac:chgData name="Jean Junior Niyonkuru" userId="bf37ad57-adb8-4656-a154-b4f1eed3c441" providerId="ADAL" clId="{7ED23491-A5C6-4A8F-ACA4-9FB6FCD8092C}" dt="2020-03-02T12:37:05.540" v="497" actId="113"/>
          <ac:spMkLst>
            <pc:docMk/>
            <pc:sldMk cId="3484705570" sldId="300"/>
            <ac:spMk id="7" creationId="{0D6C6EE5-4A5E-4DD8-8B31-0F1F75DD616D}"/>
          </ac:spMkLst>
        </pc:spChg>
      </pc:sldChg>
      <pc:sldChg chg="add del">
        <pc:chgData name="Jean Junior Niyonkuru" userId="bf37ad57-adb8-4656-a154-b4f1eed3c441" providerId="ADAL" clId="{7ED23491-A5C6-4A8F-ACA4-9FB6FCD8092C}" dt="2020-03-02T12:21:22.154" v="46"/>
        <pc:sldMkLst>
          <pc:docMk/>
          <pc:sldMk cId="701137961" sldId="301"/>
        </pc:sldMkLst>
      </pc:sldChg>
      <pc:sldChg chg="modSp add">
        <pc:chgData name="Jean Junior Niyonkuru" userId="bf37ad57-adb8-4656-a154-b4f1eed3c441" providerId="ADAL" clId="{7ED23491-A5C6-4A8F-ACA4-9FB6FCD8092C}" dt="2020-03-02T12:37:01.694" v="496" actId="113"/>
        <pc:sldMkLst>
          <pc:docMk/>
          <pc:sldMk cId="791462423" sldId="301"/>
        </pc:sldMkLst>
        <pc:spChg chg="mod">
          <ac:chgData name="Jean Junior Niyonkuru" userId="bf37ad57-adb8-4656-a154-b4f1eed3c441" providerId="ADAL" clId="{7ED23491-A5C6-4A8F-ACA4-9FB6FCD8092C}" dt="2020-03-02T12:37:01.694" v="496" actId="113"/>
          <ac:spMkLst>
            <pc:docMk/>
            <pc:sldMk cId="791462423" sldId="301"/>
            <ac:spMk id="7" creationId="{0D6C6EE5-4A5E-4DD8-8B31-0F1F75DD616D}"/>
          </ac:spMkLst>
        </pc:spChg>
      </pc:sldChg>
      <pc:sldChg chg="add del">
        <pc:chgData name="Jean Junior Niyonkuru" userId="bf37ad57-adb8-4656-a154-b4f1eed3c441" providerId="ADAL" clId="{7ED23491-A5C6-4A8F-ACA4-9FB6FCD8092C}" dt="2020-03-02T12:21:21.515" v="45"/>
        <pc:sldMkLst>
          <pc:docMk/>
          <pc:sldMk cId="2363346037" sldId="302"/>
        </pc:sldMkLst>
      </pc:sldChg>
      <pc:sldChg chg="modSp add">
        <pc:chgData name="Jean Junior Niyonkuru" userId="bf37ad57-adb8-4656-a154-b4f1eed3c441" providerId="ADAL" clId="{7ED23491-A5C6-4A8F-ACA4-9FB6FCD8092C}" dt="2020-03-02T12:36:58.485" v="495" actId="113"/>
        <pc:sldMkLst>
          <pc:docMk/>
          <pc:sldMk cId="3229837288" sldId="302"/>
        </pc:sldMkLst>
        <pc:spChg chg="mod">
          <ac:chgData name="Jean Junior Niyonkuru" userId="bf37ad57-adb8-4656-a154-b4f1eed3c441" providerId="ADAL" clId="{7ED23491-A5C6-4A8F-ACA4-9FB6FCD8092C}" dt="2020-03-02T12:36:58.485" v="495" actId="113"/>
          <ac:spMkLst>
            <pc:docMk/>
            <pc:sldMk cId="3229837288" sldId="302"/>
            <ac:spMk id="7" creationId="{0D6C6EE5-4A5E-4DD8-8B31-0F1F75DD616D}"/>
          </ac:spMkLst>
        </pc:spChg>
      </pc:sldChg>
      <pc:sldChg chg="modSp add">
        <pc:chgData name="Jean Junior Niyonkuru" userId="bf37ad57-adb8-4656-a154-b4f1eed3c441" providerId="ADAL" clId="{7ED23491-A5C6-4A8F-ACA4-9FB6FCD8092C}" dt="2020-03-02T12:36:53.679" v="494" actId="113"/>
        <pc:sldMkLst>
          <pc:docMk/>
          <pc:sldMk cId="859216888" sldId="303"/>
        </pc:sldMkLst>
        <pc:spChg chg="mod">
          <ac:chgData name="Jean Junior Niyonkuru" userId="bf37ad57-adb8-4656-a154-b4f1eed3c441" providerId="ADAL" clId="{7ED23491-A5C6-4A8F-ACA4-9FB6FCD8092C}" dt="2020-03-02T12:36:53.679" v="494" actId="113"/>
          <ac:spMkLst>
            <pc:docMk/>
            <pc:sldMk cId="859216888" sldId="303"/>
            <ac:spMk id="7" creationId="{0D6C6EE5-4A5E-4DD8-8B31-0F1F75DD616D}"/>
          </ac:spMkLst>
        </pc:spChg>
      </pc:sldChg>
      <pc:sldChg chg="add del">
        <pc:chgData name="Jean Junior Niyonkuru" userId="bf37ad57-adb8-4656-a154-b4f1eed3c441" providerId="ADAL" clId="{7ED23491-A5C6-4A8F-ACA4-9FB6FCD8092C}" dt="2020-03-02T12:21:20.624" v="44"/>
        <pc:sldMkLst>
          <pc:docMk/>
          <pc:sldMk cId="3220633659" sldId="303"/>
        </pc:sldMkLst>
      </pc:sldChg>
      <pc:sldChg chg="add del">
        <pc:chgData name="Jean Junior Niyonkuru" userId="bf37ad57-adb8-4656-a154-b4f1eed3c441" providerId="ADAL" clId="{7ED23491-A5C6-4A8F-ACA4-9FB6FCD8092C}" dt="2020-03-02T12:21:19.883" v="43"/>
        <pc:sldMkLst>
          <pc:docMk/>
          <pc:sldMk cId="650094307" sldId="304"/>
        </pc:sldMkLst>
      </pc:sldChg>
      <pc:sldChg chg="modSp add">
        <pc:chgData name="Jean Junior Niyonkuru" userId="bf37ad57-adb8-4656-a154-b4f1eed3c441" providerId="ADAL" clId="{7ED23491-A5C6-4A8F-ACA4-9FB6FCD8092C}" dt="2020-03-02T12:36:47.547" v="493" actId="113"/>
        <pc:sldMkLst>
          <pc:docMk/>
          <pc:sldMk cId="746027102" sldId="304"/>
        </pc:sldMkLst>
        <pc:spChg chg="mod">
          <ac:chgData name="Jean Junior Niyonkuru" userId="bf37ad57-adb8-4656-a154-b4f1eed3c441" providerId="ADAL" clId="{7ED23491-A5C6-4A8F-ACA4-9FB6FCD8092C}" dt="2020-03-02T12:36:47.547" v="493" actId="113"/>
          <ac:spMkLst>
            <pc:docMk/>
            <pc:sldMk cId="746027102" sldId="304"/>
            <ac:spMk id="7" creationId="{0D6C6EE5-4A5E-4DD8-8B31-0F1F75DD616D}"/>
          </ac:spMkLst>
        </pc:spChg>
      </pc:sldChg>
      <pc:sldChg chg="add del">
        <pc:chgData name="Jean Junior Niyonkuru" userId="bf37ad57-adb8-4656-a154-b4f1eed3c441" providerId="ADAL" clId="{7ED23491-A5C6-4A8F-ACA4-9FB6FCD8092C}" dt="2020-03-02T12:21:19.551" v="42"/>
        <pc:sldMkLst>
          <pc:docMk/>
          <pc:sldMk cId="342377274" sldId="305"/>
        </pc:sldMkLst>
      </pc:sldChg>
      <pc:sldChg chg="modSp add">
        <pc:chgData name="Jean Junior Niyonkuru" userId="bf37ad57-adb8-4656-a154-b4f1eed3c441" providerId="ADAL" clId="{7ED23491-A5C6-4A8F-ACA4-9FB6FCD8092C}" dt="2020-03-02T12:36:43.196" v="492" actId="113"/>
        <pc:sldMkLst>
          <pc:docMk/>
          <pc:sldMk cId="2227412489" sldId="305"/>
        </pc:sldMkLst>
        <pc:spChg chg="mod">
          <ac:chgData name="Jean Junior Niyonkuru" userId="bf37ad57-adb8-4656-a154-b4f1eed3c441" providerId="ADAL" clId="{7ED23491-A5C6-4A8F-ACA4-9FB6FCD8092C}" dt="2020-03-02T12:36:43.196" v="492" actId="113"/>
          <ac:spMkLst>
            <pc:docMk/>
            <pc:sldMk cId="2227412489" sldId="305"/>
            <ac:spMk id="7" creationId="{0D6C6EE5-4A5E-4DD8-8B31-0F1F75DD616D}"/>
          </ac:spMkLst>
        </pc:spChg>
      </pc:sldChg>
      <pc:sldChg chg="add del">
        <pc:chgData name="Jean Junior Niyonkuru" userId="bf37ad57-adb8-4656-a154-b4f1eed3c441" providerId="ADAL" clId="{7ED23491-A5C6-4A8F-ACA4-9FB6FCD8092C}" dt="2020-03-02T12:21:19.180" v="41"/>
        <pc:sldMkLst>
          <pc:docMk/>
          <pc:sldMk cId="310987788" sldId="306"/>
        </pc:sldMkLst>
      </pc:sldChg>
      <pc:sldChg chg="modSp add">
        <pc:chgData name="Jean Junior Niyonkuru" userId="bf37ad57-adb8-4656-a154-b4f1eed3c441" providerId="ADAL" clId="{7ED23491-A5C6-4A8F-ACA4-9FB6FCD8092C}" dt="2020-03-02T12:36:38.268" v="491" actId="113"/>
        <pc:sldMkLst>
          <pc:docMk/>
          <pc:sldMk cId="814942549" sldId="306"/>
        </pc:sldMkLst>
        <pc:spChg chg="mod">
          <ac:chgData name="Jean Junior Niyonkuru" userId="bf37ad57-adb8-4656-a154-b4f1eed3c441" providerId="ADAL" clId="{7ED23491-A5C6-4A8F-ACA4-9FB6FCD8092C}" dt="2020-03-02T12:36:38.268" v="491" actId="113"/>
          <ac:spMkLst>
            <pc:docMk/>
            <pc:sldMk cId="814942549" sldId="306"/>
            <ac:spMk id="7" creationId="{0D6C6EE5-4A5E-4DD8-8B31-0F1F75DD616D}"/>
          </ac:spMkLst>
        </pc:spChg>
      </pc:sldChg>
      <pc:sldChg chg="modSp add">
        <pc:chgData name="Jean Junior Niyonkuru" userId="bf37ad57-adb8-4656-a154-b4f1eed3c441" providerId="ADAL" clId="{7ED23491-A5C6-4A8F-ACA4-9FB6FCD8092C}" dt="2020-03-02T12:36:32.511" v="490" actId="113"/>
        <pc:sldMkLst>
          <pc:docMk/>
          <pc:sldMk cId="131282299" sldId="307"/>
        </pc:sldMkLst>
        <pc:spChg chg="mod">
          <ac:chgData name="Jean Junior Niyonkuru" userId="bf37ad57-adb8-4656-a154-b4f1eed3c441" providerId="ADAL" clId="{7ED23491-A5C6-4A8F-ACA4-9FB6FCD8092C}" dt="2020-03-02T12:36:32.511" v="490" actId="113"/>
          <ac:spMkLst>
            <pc:docMk/>
            <pc:sldMk cId="131282299" sldId="307"/>
            <ac:spMk id="7" creationId="{0D6C6EE5-4A5E-4DD8-8B31-0F1F75DD616D}"/>
          </ac:spMkLst>
        </pc:spChg>
      </pc:sldChg>
      <pc:sldChg chg="add del">
        <pc:chgData name="Jean Junior Niyonkuru" userId="bf37ad57-adb8-4656-a154-b4f1eed3c441" providerId="ADAL" clId="{7ED23491-A5C6-4A8F-ACA4-9FB6FCD8092C}" dt="2020-03-02T12:21:18.877" v="40"/>
        <pc:sldMkLst>
          <pc:docMk/>
          <pc:sldMk cId="2951617404" sldId="307"/>
        </pc:sldMkLst>
      </pc:sldChg>
      <pc:sldChg chg="modSp add">
        <pc:chgData name="Jean Junior Niyonkuru" userId="bf37ad57-adb8-4656-a154-b4f1eed3c441" providerId="ADAL" clId="{7ED23491-A5C6-4A8F-ACA4-9FB6FCD8092C}" dt="2020-03-02T12:33:49.071" v="466" actId="20577"/>
        <pc:sldMkLst>
          <pc:docMk/>
          <pc:sldMk cId="2548182126" sldId="308"/>
        </pc:sldMkLst>
        <pc:spChg chg="mod">
          <ac:chgData name="Jean Junior Niyonkuru" userId="bf37ad57-adb8-4656-a154-b4f1eed3c441" providerId="ADAL" clId="{7ED23491-A5C6-4A8F-ACA4-9FB6FCD8092C}" dt="2020-03-02T12:33:49.071" v="466" actId="20577"/>
          <ac:spMkLst>
            <pc:docMk/>
            <pc:sldMk cId="2548182126" sldId="308"/>
            <ac:spMk id="7" creationId="{0D6C6EE5-4A5E-4DD8-8B31-0F1F75DD616D}"/>
          </ac:spMkLst>
        </pc:spChg>
      </pc:sldChg>
      <pc:sldChg chg="modSp add">
        <pc:chgData name="Jean Junior Niyonkuru" userId="bf37ad57-adb8-4656-a154-b4f1eed3c441" providerId="ADAL" clId="{7ED23491-A5C6-4A8F-ACA4-9FB6FCD8092C}" dt="2020-03-02T13:38:43.135" v="595" actId="20577"/>
        <pc:sldMkLst>
          <pc:docMk/>
          <pc:sldMk cId="3366616631" sldId="309"/>
        </pc:sldMkLst>
        <pc:spChg chg="mod">
          <ac:chgData name="Jean Junior Niyonkuru" userId="bf37ad57-adb8-4656-a154-b4f1eed3c441" providerId="ADAL" clId="{7ED23491-A5C6-4A8F-ACA4-9FB6FCD8092C}" dt="2020-03-02T13:38:43.135" v="595" actId="20577"/>
          <ac:spMkLst>
            <pc:docMk/>
            <pc:sldMk cId="3366616631" sldId="309"/>
            <ac:spMk id="7" creationId="{0D6C6EE5-4A5E-4DD8-8B31-0F1F75DD616D}"/>
          </ac:spMkLst>
        </pc:spChg>
      </pc:sldChg>
      <pc:sldChg chg="modSp add">
        <pc:chgData name="Jean Junior Niyonkuru" userId="bf37ad57-adb8-4656-a154-b4f1eed3c441" providerId="ADAL" clId="{7ED23491-A5C6-4A8F-ACA4-9FB6FCD8092C}" dt="2020-03-02T13:38:35.273" v="578" actId="20577"/>
        <pc:sldMkLst>
          <pc:docMk/>
          <pc:sldMk cId="3785026040" sldId="310"/>
        </pc:sldMkLst>
        <pc:spChg chg="mod">
          <ac:chgData name="Jean Junior Niyonkuru" userId="bf37ad57-adb8-4656-a154-b4f1eed3c441" providerId="ADAL" clId="{7ED23491-A5C6-4A8F-ACA4-9FB6FCD8092C}" dt="2020-03-02T13:38:35.273" v="578" actId="20577"/>
          <ac:spMkLst>
            <pc:docMk/>
            <pc:sldMk cId="3785026040" sldId="310"/>
            <ac:spMk id="7" creationId="{0D6C6EE5-4A5E-4DD8-8B31-0F1F75DD616D}"/>
          </ac:spMkLst>
        </pc:spChg>
      </pc:sldChg>
      <pc:sldChg chg="modSp add">
        <pc:chgData name="Jean Junior Niyonkuru" userId="bf37ad57-adb8-4656-a154-b4f1eed3c441" providerId="ADAL" clId="{7ED23491-A5C6-4A8F-ACA4-9FB6FCD8092C}" dt="2020-03-02T13:38:26.887" v="561" actId="20577"/>
        <pc:sldMkLst>
          <pc:docMk/>
          <pc:sldMk cId="4096788871" sldId="311"/>
        </pc:sldMkLst>
        <pc:spChg chg="mod">
          <ac:chgData name="Jean Junior Niyonkuru" userId="bf37ad57-adb8-4656-a154-b4f1eed3c441" providerId="ADAL" clId="{7ED23491-A5C6-4A8F-ACA4-9FB6FCD8092C}" dt="2020-03-02T13:38:26.887" v="561" actId="20577"/>
          <ac:spMkLst>
            <pc:docMk/>
            <pc:sldMk cId="4096788871" sldId="311"/>
            <ac:spMk id="7" creationId="{0D6C6EE5-4A5E-4DD8-8B31-0F1F75DD616D}"/>
          </ac:spMkLst>
        </pc:spChg>
      </pc:sldChg>
      <pc:sldChg chg="modSp add">
        <pc:chgData name="Jean Junior Niyonkuru" userId="bf37ad57-adb8-4656-a154-b4f1eed3c441" providerId="ADAL" clId="{7ED23491-A5C6-4A8F-ACA4-9FB6FCD8092C}" dt="2020-03-02T13:38:17.831" v="544" actId="20577"/>
        <pc:sldMkLst>
          <pc:docMk/>
          <pc:sldMk cId="4077086582" sldId="312"/>
        </pc:sldMkLst>
        <pc:spChg chg="mod">
          <ac:chgData name="Jean Junior Niyonkuru" userId="bf37ad57-adb8-4656-a154-b4f1eed3c441" providerId="ADAL" clId="{7ED23491-A5C6-4A8F-ACA4-9FB6FCD8092C}" dt="2020-03-02T13:38:17.831" v="544" actId="20577"/>
          <ac:spMkLst>
            <pc:docMk/>
            <pc:sldMk cId="4077086582" sldId="312"/>
            <ac:spMk id="7" creationId="{0D6C6EE5-4A5E-4DD8-8B31-0F1F75DD616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6AF0E-9D2E-4B7A-9745-1FA4B84FE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F592A-9B14-45AA-A1DB-AFE2C0650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EF2C0-2D2B-4FB1-B539-FBBFF0A8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2780B-D89D-4BF4-BC12-7505D029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A50C5-A39B-4BE6-A08A-6C0FF35C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28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7E71-9B3B-4E67-B79E-7856C0B2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8968-4DB5-4D1F-AA80-A97A0EE2E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B9B78-5AA3-4492-A3DF-C6858CED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D15C5-1F51-4E01-AB63-3A76B417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B9438-DC32-4314-8E7B-5D2EBCA9E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377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5B96-42B0-4216-82E9-A641A40E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B3ED3-1D61-40E7-9D0E-574A94A77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60818-73DF-4167-9E78-42EAF422E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A2338-7637-4DD2-80FA-B2AB8470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8771E-7DBE-4E80-B4DF-5A43B6D0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67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30DF0-D415-4521-9305-3751E534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B4E2D-A338-4316-9463-24B7CD239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E1FF8-6026-4B7A-8AA0-7ED1B780E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A3325-ECEF-4565-991F-CD0EF06D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2B61B-99A5-477D-B7DE-08D3D4CE5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7D05D-BFEE-4FA9-A3F6-7B59FECE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496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72BE-DE8D-4228-B778-C3647851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4881-9A40-4817-B754-66C4EF00D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B0775-4DE5-4F8A-8C20-8067B8704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53F22-BEEC-468B-A3A5-99C58B1B2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DED14-8000-4FF8-B965-C3C828021B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CE276-CB8C-453D-9156-0C753A32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16EF4-B10C-462C-A0C0-FC9C295D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FE3D6-5D7A-425A-B6DB-DBBEE323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08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69BD-0968-4904-8885-374A48065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1C9D9-3520-4045-8BF7-3AB56B456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CE27D-B702-43C2-BD47-99CE68831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054B1-9294-4ABE-AB33-58F66BDF9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43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2B7831-CEC0-4573-B11A-A4C4E220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2A407-3410-470D-853F-299A1CAB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E4E8A-718E-445E-B2CC-D191644D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9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7691-F297-4931-BAB4-E9B5441E0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D8FCD-3A19-44B4-80FC-CAD2ED7E9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9A2CB-376F-4E0F-A2CF-E5E7A1395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33030-DF25-42E5-8352-9CADD663D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5A0-DC4F-4F0E-84A4-7345FC90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46659-1265-4F02-A026-38AA7FDD4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24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33FE7-5153-4C41-B561-024CB556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F21E7-1426-4A55-832D-5ADA51616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8C5B1-A1DD-41D3-85CE-ED1B163F2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7AED4-BFA8-4403-83F6-452FC5263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F0136-80BD-4000-B624-5A740C66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AE606-FA08-4142-B9E2-EEA4A5031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41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91A6-A7BB-41AE-8AA7-79FE701D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7D05E-83E8-46DB-AD3D-219C7B83F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9AF08-69F3-457E-89DD-7E453DB6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C5BCD-7D66-4282-8637-0DD29CDD7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FA025-37B6-4A91-8437-DA0A82B7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541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7FDA9F-2FE3-4B14-BE75-B5A8F3905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0C4AE6-5EFB-4A09-80C5-732521128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198B8-29C2-44B2-B482-BC53AB3C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EB340-E71E-4273-822A-4AAAEC5DB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F2229-008F-4B9E-9ECE-7440462C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90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DA957-E909-4643-9A54-04AF9C1A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B30CE-6FFA-4C3E-AFEB-42CD3A004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2326B-7E70-44E2-9F21-463A0D59D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79CEF-6BB1-42A5-BBC8-9164F31AE986}" type="datetimeFigureOut">
              <a:rPr lang="fr-FR" smtClean="0"/>
              <a:t>02/03/2020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64C1E-C30D-4E44-861E-CCE6E0665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0BB33-68E4-4FEF-B4E0-3431D3C49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F3EA9-0312-4A78-A9FA-2F9164E8F32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70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NGOUNGA Rêve Presly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390176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NZIERE Rich Aubret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872617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OLANDO Josias Victoire</a:t>
            </a:r>
            <a:r>
              <a:rPr lang="fr-FR" dirty="0"/>
              <a:t> 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353928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KIMBASSA </a:t>
            </a:r>
            <a:r>
              <a:rPr lang="fr-FR" b="1" dirty="0" err="1"/>
              <a:t>Aldie</a:t>
            </a:r>
            <a:endParaRPr lang="fr-FR" b="1" dirty="0"/>
          </a:p>
          <a:p>
            <a:r>
              <a:rPr lang="fr-FR" dirty="0"/>
              <a:t>_________________________________________________</a:t>
            </a:r>
          </a:p>
          <a:p>
            <a:pPr algn="ctr"/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035227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IVONGUELE </a:t>
            </a:r>
            <a:r>
              <a:rPr lang="fr-FR" b="1" dirty="0" err="1"/>
              <a:t>Schadrack</a:t>
            </a:r>
            <a:r>
              <a:rPr lang="fr-FR" b="1" dirty="0"/>
              <a:t>   </a:t>
            </a:r>
            <a:r>
              <a:rPr lang="fr-FR" b="1" dirty="0" err="1"/>
              <a:t>Hardelin</a:t>
            </a:r>
            <a:r>
              <a:rPr lang="fr-FR" dirty="0"/>
              <a:t> 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409383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MOUBOUHA Antoine Tony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75196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NGOUISSANI SABY Vall Boubakar </a:t>
            </a:r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096967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LELEKAT BATAMIO </a:t>
            </a:r>
            <a:r>
              <a:rPr lang="fr-FR" b="1" dirty="0" err="1"/>
              <a:t>Theresia</a:t>
            </a:r>
            <a:r>
              <a:rPr lang="fr-FR" b="1" dirty="0"/>
              <a:t> </a:t>
            </a:r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167992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MOUELET MOUANDA Rock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727712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b="1" dirty="0"/>
          </a:p>
          <a:p>
            <a:pPr algn="ctr"/>
            <a:r>
              <a:rPr lang="fr-FR" b="1" dirty="0"/>
              <a:t>KIBA YELEMAMY </a:t>
            </a:r>
            <a:r>
              <a:rPr lang="fr-FR" b="1" dirty="0" err="1"/>
              <a:t>Belvie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259335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GAN GANONGO J’espère </a:t>
            </a:r>
            <a:r>
              <a:rPr lang="fr-FR" b="1" dirty="0" err="1"/>
              <a:t>Hersy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190070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OVAGA Tino Marie Junior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92902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ILOKI MISSETETE Deborah Grâce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787519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MABIALA Grâce Servan</a:t>
            </a:r>
            <a:r>
              <a:rPr lang="fr-FR" dirty="0"/>
              <a:t> 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301967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MABIALA Yann </a:t>
            </a:r>
            <a:r>
              <a:rPr lang="fr-FR" b="1" dirty="0" err="1"/>
              <a:t>Kelion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831849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NKOUKA </a:t>
            </a:r>
            <a:r>
              <a:rPr lang="fr-FR" b="1" dirty="0" err="1"/>
              <a:t>Merphy</a:t>
            </a:r>
            <a:r>
              <a:rPr lang="fr-FR" b="1" dirty="0"/>
              <a:t> </a:t>
            </a:r>
            <a:r>
              <a:rPr lang="fr-FR" b="1" dirty="0" err="1"/>
              <a:t>Allegresse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757994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DIATSOUIKA Job Sagesse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804962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b="1" dirty="0"/>
          </a:p>
          <a:p>
            <a:pPr algn="ctr"/>
            <a:r>
              <a:rPr lang="fr-FR" b="1" dirty="0"/>
              <a:t>MASSAMBA BOUZOUZI Ben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779773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GOMIS PELETY Rein </a:t>
            </a:r>
            <a:r>
              <a:rPr lang="fr-FR" b="1" dirty="0" err="1"/>
              <a:t>Benie</a:t>
            </a:r>
            <a:r>
              <a:rPr lang="fr-FR" b="1" dirty="0"/>
              <a:t> </a:t>
            </a:r>
            <a:r>
              <a:rPr lang="fr-FR" b="1" dirty="0" err="1"/>
              <a:t>Exhaucée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262855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BAZABA </a:t>
            </a:r>
            <a:r>
              <a:rPr lang="fr-FR" b="1" dirty="0" err="1"/>
              <a:t>Fusca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69221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KIVIKA </a:t>
            </a:r>
            <a:r>
              <a:rPr lang="fr-FR" b="1" dirty="0" err="1"/>
              <a:t>Ismene</a:t>
            </a:r>
            <a:r>
              <a:rPr lang="fr-FR" b="1" dirty="0"/>
              <a:t> Gloria </a:t>
            </a:r>
            <a:r>
              <a:rPr lang="fr-FR" b="1" dirty="0" err="1"/>
              <a:t>Indeo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57015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KAYA BOUINGUI Chris </a:t>
            </a:r>
            <a:r>
              <a:rPr lang="fr-FR" b="1" dirty="0" err="1"/>
              <a:t>Jiskaard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988808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BOSSELE Mare Magdala Hope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51654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KOULOUFOUA Love Gracia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917096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MOUANDA </a:t>
            </a:r>
            <a:r>
              <a:rPr lang="fr-FR" b="1" dirty="0" err="1"/>
              <a:t>Marvy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62517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MEBORD KINSOUNDI Megane Isaac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222624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BASSAFOULA John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567841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OKETE Georges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888457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OUATA Justice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636799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NDZILA Paulin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062451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TWAGIRAYESU Aimée Grâce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730120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NGOMA Bénis Paterne Roméo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821334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YENGO BOBO Christian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279854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MOUYAMBA </a:t>
            </a:r>
            <a:r>
              <a:rPr lang="fr-FR" b="1" dirty="0" err="1"/>
              <a:t>Kani</a:t>
            </a:r>
            <a:r>
              <a:rPr lang="fr-FR" b="1" dirty="0"/>
              <a:t> Emmanuel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480874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MAYELA </a:t>
            </a:r>
            <a:r>
              <a:rPr lang="fr-FR" b="1" dirty="0" err="1"/>
              <a:t>Coeurby</a:t>
            </a:r>
            <a:r>
              <a:rPr lang="fr-FR" b="1" dirty="0"/>
              <a:t> Raphael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474195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BELAUD Cecilia Mariana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621184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NSTATABANTOU </a:t>
            </a:r>
            <a:r>
              <a:rPr lang="fr-FR" b="1" dirty="0" err="1"/>
              <a:t>Déogracias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626225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KINDOU Gil </a:t>
            </a:r>
            <a:r>
              <a:rPr lang="fr-FR" b="1" dirty="0" err="1"/>
              <a:t>Justhène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3262275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/>
              <a:t>BOUKOU Gabriella </a:t>
            </a:r>
            <a:r>
              <a:rPr lang="fr-FR" b="1" dirty="0" err="1"/>
              <a:t>Jesnaure</a:t>
            </a:r>
            <a:endParaRPr lang="fr-FR" b="1" dirty="0"/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244138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endParaRPr lang="fr-FR" dirty="0"/>
          </a:p>
          <a:p>
            <a:pPr algn="ctr"/>
            <a:r>
              <a:rPr lang="fr-FR" b="1" dirty="0" err="1"/>
              <a:t>Banzouzi</a:t>
            </a:r>
            <a:r>
              <a:rPr lang="fr-FR" b="1" dirty="0"/>
              <a:t> </a:t>
            </a:r>
            <a:r>
              <a:rPr lang="fr-FR" b="1" dirty="0" err="1"/>
              <a:t>Rych</a:t>
            </a:r>
            <a:r>
              <a:rPr lang="fr-FR" b="1" dirty="0"/>
              <a:t> Belon</a:t>
            </a:r>
          </a:p>
          <a:p>
            <a:pPr algn="ctr"/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564562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Marie Blaise NKOUKA DIAFOUKA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4847055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Jean Junior NIYONKURU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791462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Martin INANA 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2298372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Mariame OUEDRAOGO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8592168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Pacifique ESSEREKE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7460271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César TCHIBINDA-LOEMBA</a:t>
            </a:r>
            <a:r>
              <a:rPr lang="fr-FR" dirty="0"/>
              <a:t> 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227412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Landry Parfait MOUSSAVOU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8149425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Joseph IKOUBOU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facilitateur.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312822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NGUINDA-AKANY Christian Ilitch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coach.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5481821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REMBA Pierre Marie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coach.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3666166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MILONGO MATONGO Francis Stéphane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coach.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7850260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DIENGUILA Fabrice Wilfrid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coach.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967888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901A4D-818C-4616-8E71-11328D1FC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681" y="195943"/>
            <a:ext cx="11532637" cy="6466114"/>
          </a:xfrm>
          <a:solidFill>
            <a:srgbClr val="002060"/>
          </a:solidFill>
        </p:spPr>
        <p:txBody>
          <a:bodyPr/>
          <a:lstStyle/>
          <a:p>
            <a:endParaRPr lang="fr-FR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A5B03D3-D533-49DB-9DF4-F5EB14F7B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06" y="700800"/>
            <a:ext cx="3590744" cy="35256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6C6EE5-4A5E-4DD8-8B31-0F1F75DD616D}"/>
              </a:ext>
            </a:extLst>
          </p:cNvPr>
          <p:cNvSpPr/>
          <p:nvPr/>
        </p:nvSpPr>
        <p:spPr>
          <a:xfrm>
            <a:off x="394995" y="-204935"/>
            <a:ext cx="6251510" cy="533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0" dirty="0"/>
              <a:t>CERTIFICAT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Ce certificat est décerné à</a:t>
            </a:r>
          </a:p>
          <a:p>
            <a:endParaRPr lang="fr-FR" dirty="0"/>
          </a:p>
          <a:p>
            <a:pPr algn="ctr"/>
            <a:r>
              <a:rPr lang="fr-FR" b="1" dirty="0"/>
              <a:t>BITSIMOU TSALABOKA Auriac</a:t>
            </a:r>
          </a:p>
          <a:p>
            <a:r>
              <a:rPr lang="fr-FR" dirty="0"/>
              <a:t>_____________________________________________________</a:t>
            </a:r>
          </a:p>
          <a:p>
            <a:endParaRPr lang="fr-FR" dirty="0"/>
          </a:p>
          <a:p>
            <a:r>
              <a:rPr lang="fr-FR" dirty="0"/>
              <a:t>Pour avoir participé aux ateliers de conception de projet dans le cadre du concours </a:t>
            </a:r>
            <a:r>
              <a:rPr lang="fr-FR" dirty="0" err="1"/>
              <a:t>Youth</a:t>
            </a:r>
            <a:r>
              <a:rPr lang="fr-FR" dirty="0"/>
              <a:t> Challenge  2019-2020 en qualité de coach.</a:t>
            </a:r>
          </a:p>
          <a:p>
            <a:endParaRPr lang="fr-FR" dirty="0"/>
          </a:p>
          <a:p>
            <a:r>
              <a:rPr lang="fr-FR" dirty="0"/>
              <a:t>République du Congo, </a:t>
            </a:r>
            <a:r>
              <a:rPr lang="fr-FR" dirty="0" err="1"/>
              <a:t>Kintélé</a:t>
            </a:r>
            <a:r>
              <a:rPr lang="fr-FR" dirty="0"/>
              <a:t>, Février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6C93D-E828-4CBA-94B8-C89F8D515006}"/>
              </a:ext>
            </a:extLst>
          </p:cNvPr>
          <p:cNvSpPr/>
          <p:nvPr/>
        </p:nvSpPr>
        <p:spPr>
          <a:xfrm>
            <a:off x="329681" y="4928724"/>
            <a:ext cx="11532637" cy="17333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56E726E9-3AFA-4303-A263-AF81FA7E7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923" y="4928724"/>
            <a:ext cx="666667" cy="1733333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89537E-0615-4902-A47D-E7E3496D7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39" y="5285679"/>
            <a:ext cx="1956317" cy="12036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ACDFE4-B45A-4D36-B311-69B6EC70F0C4}"/>
              </a:ext>
            </a:extLst>
          </p:cNvPr>
          <p:cNvSpPr/>
          <p:nvPr/>
        </p:nvSpPr>
        <p:spPr>
          <a:xfrm>
            <a:off x="329681" y="6130212"/>
            <a:ext cx="3387013" cy="45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Maleye DIOP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 Résident du PNUD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D82CA-5D1E-43DA-9621-393EA0A7C7D8}"/>
              </a:ext>
            </a:extLst>
          </p:cNvPr>
          <p:cNvSpPr/>
          <p:nvPr/>
        </p:nvSpPr>
        <p:spPr>
          <a:xfrm>
            <a:off x="3877940" y="5947562"/>
            <a:ext cx="2827176" cy="38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Micaela Marques De Sousa</a:t>
            </a:r>
          </a:p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Représentante de l’UNICEF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DEDDE6-4C3D-4C08-8741-997B681F302A}"/>
              </a:ext>
            </a:extLst>
          </p:cNvPr>
          <p:cNvSpPr/>
          <p:nvPr/>
        </p:nvSpPr>
        <p:spPr>
          <a:xfrm>
            <a:off x="494522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ysClr val="windowText" lastClr="000000"/>
                </a:solidFill>
              </a:rPr>
              <a:t>_______________________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899D35-AAD4-4A7A-950F-6CE91B4CD335}"/>
              </a:ext>
            </a:extLst>
          </p:cNvPr>
          <p:cNvSpPr/>
          <p:nvPr/>
        </p:nvSpPr>
        <p:spPr>
          <a:xfrm>
            <a:off x="3716694" y="5533053"/>
            <a:ext cx="2929812" cy="311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ysClr val="windowText" lastClr="000000"/>
                </a:solidFill>
              </a:rPr>
              <a:t>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7708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ECFB25F87A214FA2E7385F0486B896" ma:contentTypeVersion="13" ma:contentTypeDescription="Create a new document." ma:contentTypeScope="" ma:versionID="4c24761a4c6b47533b32f25160e9efc5">
  <xsd:schema xmlns:xsd="http://www.w3.org/2001/XMLSchema" xmlns:xs="http://www.w3.org/2001/XMLSchema" xmlns:p="http://schemas.microsoft.com/office/2006/metadata/properties" xmlns:ns3="c1f50904-8607-4ba8-9e6f-5858f49c3e0f" xmlns:ns4="4c4e7e09-8f0c-4fd6-a95d-d8a3336315eb" targetNamespace="http://schemas.microsoft.com/office/2006/metadata/properties" ma:root="true" ma:fieldsID="005256143d1e10560b63b491b55a3606" ns3:_="" ns4:_="">
    <xsd:import namespace="c1f50904-8607-4ba8-9e6f-5858f49c3e0f"/>
    <xsd:import namespace="4c4e7e09-8f0c-4fd6-a95d-d8a3336315e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50904-8607-4ba8-9e6f-5858f49c3e0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4e7e09-8f0c-4fd6-a95d-d8a3336315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C98825-5DD4-4973-8221-DBFD3133DB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f50904-8607-4ba8-9e6f-5858f49c3e0f"/>
    <ds:schemaRef ds:uri="4c4e7e09-8f0c-4fd6-a95d-d8a3336315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B82DDA-8575-4A4B-9353-176771F37E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3F4227-6DB9-4423-8162-65C92ADFADCF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4c4e7e09-8f0c-4fd6-a95d-d8a3336315eb"/>
    <ds:schemaRef ds:uri="c1f50904-8607-4ba8-9e6f-5858f49c3e0f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2755</Words>
  <Application>Microsoft Office PowerPoint</Application>
  <PresentationFormat>Widescreen</PresentationFormat>
  <Paragraphs>988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 Junior Niyonkuru</dc:creator>
  <cp:lastModifiedBy>Jean Junior Niyonkuru</cp:lastModifiedBy>
  <cp:revision>9</cp:revision>
  <cp:lastPrinted>2020-03-02T10:01:13Z</cp:lastPrinted>
  <dcterms:created xsi:type="dcterms:W3CDTF">2020-03-02T09:15:38Z</dcterms:created>
  <dcterms:modified xsi:type="dcterms:W3CDTF">2020-03-02T13:38:52Z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0x01010094ECFB25F87A214FA2E7385F0486B896</vt:lpwstr>
  </property>
</Properties>
</file>