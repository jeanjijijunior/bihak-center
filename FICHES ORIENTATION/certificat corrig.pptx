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Junior Niyonkuru" userId="bf37ad57-adb8-4656-a154-b4f1eed3c441" providerId="ADAL" clId="{31CA286B-A59D-457F-8AA5-CBDC56966B8E}"/>
    <pc:docChg chg="modSld">
      <pc:chgData name="Jean Junior Niyonkuru" userId="bf37ad57-adb8-4656-a154-b4f1eed3c441" providerId="ADAL" clId="{31CA286B-A59D-457F-8AA5-CBDC56966B8E}" dt="2020-03-10T07:26:18.618" v="43" actId="20577"/>
      <pc:docMkLst>
        <pc:docMk/>
      </pc:docMkLst>
      <pc:sldChg chg="modSp">
        <pc:chgData name="Jean Junior Niyonkuru" userId="bf37ad57-adb8-4656-a154-b4f1eed3c441" providerId="ADAL" clId="{31CA286B-A59D-457F-8AA5-CBDC56966B8E}" dt="2020-03-10T07:25:11.068" v="31" actId="20577"/>
        <pc:sldMkLst>
          <pc:docMk/>
          <pc:sldMk cId="2988808656" sldId="277"/>
        </pc:sldMkLst>
        <pc:spChg chg="mod">
          <ac:chgData name="Jean Junior Niyonkuru" userId="bf37ad57-adb8-4656-a154-b4f1eed3c441" providerId="ADAL" clId="{31CA286B-A59D-457F-8AA5-CBDC56966B8E}" dt="2020-03-10T07:25:11.068" v="31" actId="20577"/>
          <ac:spMkLst>
            <pc:docMk/>
            <pc:sldMk cId="2988808656" sldId="277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31CA286B-A59D-457F-8AA5-CBDC56966B8E}" dt="2020-03-10T07:25:51.613" v="37" actId="20577"/>
        <pc:sldMkLst>
          <pc:docMk/>
          <pc:sldMk cId="4051654791" sldId="278"/>
        </pc:sldMkLst>
        <pc:spChg chg="mod">
          <ac:chgData name="Jean Junior Niyonkuru" userId="bf37ad57-adb8-4656-a154-b4f1eed3c441" providerId="ADAL" clId="{31CA286B-A59D-457F-8AA5-CBDC56966B8E}" dt="2020-03-10T07:25:51.613" v="37" actId="20577"/>
          <ac:spMkLst>
            <pc:docMk/>
            <pc:sldMk cId="4051654791" sldId="278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31CA286B-A59D-457F-8AA5-CBDC56966B8E}" dt="2020-03-10T07:26:18.618" v="43" actId="20577"/>
        <pc:sldMkLst>
          <pc:docMk/>
          <pc:sldMk cId="4062517402" sldId="281"/>
        </pc:sldMkLst>
        <pc:spChg chg="mod">
          <ac:chgData name="Jean Junior Niyonkuru" userId="bf37ad57-adb8-4656-a154-b4f1eed3c441" providerId="ADAL" clId="{31CA286B-A59D-457F-8AA5-CBDC56966B8E}" dt="2020-03-10T07:26:18.618" v="43" actId="20577"/>
          <ac:spMkLst>
            <pc:docMk/>
            <pc:sldMk cId="4062517402" sldId="281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31CA286B-A59D-457F-8AA5-CBDC56966B8E}" dt="2020-03-10T07:23:20.425" v="25" actId="20577"/>
        <pc:sldMkLst>
          <pc:docMk/>
          <pc:sldMk cId="626225735" sldId="293"/>
        </pc:sldMkLst>
        <pc:spChg chg="mod">
          <ac:chgData name="Jean Junior Niyonkuru" userId="bf37ad57-adb8-4656-a154-b4f1eed3c441" providerId="ADAL" clId="{31CA286B-A59D-457F-8AA5-CBDC56966B8E}" dt="2020-03-10T07:23:20.425" v="25" actId="20577"/>
          <ac:spMkLst>
            <pc:docMk/>
            <pc:sldMk cId="626225735" sldId="293"/>
            <ac:spMk id="7" creationId="{0D6C6EE5-4A5E-4DD8-8B31-0F1F75DD61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AF0E-9D2E-4B7A-9745-1FA4B84FE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F592A-9B14-45AA-A1DB-AFE2C0650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EF2C0-2D2B-4FB1-B539-FBBFF0A8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780B-D89D-4BF4-BC12-7505D029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50C5-A39B-4BE6-A08A-6C0FF35C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28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7E71-9B3B-4E67-B79E-7856C0B2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8968-4DB5-4D1F-AA80-A97A0EE2E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B9B78-5AA3-4492-A3DF-C6858CED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D15C5-1F51-4E01-AB63-3A76B417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B9438-DC32-4314-8E7B-5D2EBCA9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37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5B96-42B0-4216-82E9-A641A40E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B3ED3-1D61-40E7-9D0E-574A94A77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60818-73DF-4167-9E78-42EAF422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A2338-7637-4DD2-80FA-B2AB8470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8771E-7DBE-4E80-B4DF-5A43B6D0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67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0DF0-D415-4521-9305-3751E534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B4E2D-A338-4316-9463-24B7CD239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E1FF8-6026-4B7A-8AA0-7ED1B780E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A3325-ECEF-4565-991F-CD0EF06D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2B61B-99A5-477D-B7DE-08D3D4CE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7D05D-BFEE-4FA9-A3F6-7B59FECE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496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72BE-DE8D-4228-B778-C3647851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4881-9A40-4817-B754-66C4EF00D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B0775-4DE5-4F8A-8C20-8067B8704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53F22-BEEC-468B-A3A5-99C58B1B2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DED14-8000-4FF8-B965-C3C828021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CE276-CB8C-453D-9156-0C753A32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16EF4-B10C-462C-A0C0-FC9C295D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FE3D6-5D7A-425A-B6DB-DBBEE323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08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69BD-0968-4904-8885-374A4806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C9D9-3520-4045-8BF7-3AB56B45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CE27D-B702-43C2-BD47-99CE6883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054B1-9294-4ABE-AB33-58F66BDF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43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B7831-CEC0-4573-B11A-A4C4E220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2A407-3410-470D-853F-299A1CAB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E4E8A-718E-445E-B2CC-D191644D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9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7691-F297-4931-BAB4-E9B5441E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8FCD-3A19-44B4-80FC-CAD2ED7E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9A2CB-376F-4E0F-A2CF-E5E7A1395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33030-DF25-42E5-8352-9CADD663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5A0-DC4F-4F0E-84A4-7345FC90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46659-1265-4F02-A026-38AA7FDD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24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3FE7-5153-4C41-B561-024CB556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F21E7-1426-4A55-832D-5ADA51616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8C5B1-A1DD-41D3-85CE-ED1B163F2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7AED4-BFA8-4403-83F6-452FC526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F0136-80BD-4000-B624-5A740C66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E606-FA08-4142-B9E2-EEA4A503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41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91A6-A7BB-41AE-8AA7-79FE701D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7D05E-83E8-46DB-AD3D-219C7B83F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9AF08-69F3-457E-89DD-7E453DB6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5BCD-7D66-4282-8637-0DD29CDD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A025-37B6-4A91-8437-DA0A82B7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54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FDA9F-2FE3-4B14-BE75-B5A8F3905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C4AE6-5EFB-4A09-80C5-732521128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98B8-29C2-44B2-B482-BC53AB3C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B340-E71E-4273-822A-4AAAEC5D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F2229-008F-4B9E-9ECE-7440462C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90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DA957-E909-4643-9A54-04AF9C1A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B30CE-6FFA-4C3E-AFEB-42CD3A00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2326B-7E70-44E2-9F21-463A0D59D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79CEF-6BB1-42A5-BBC8-9164F31AE986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4C1E-C30D-4E44-861E-CCE6E0665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0BB33-68E4-4FEF-B4E0-3431D3C49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70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NGOUNGA Rêve Presly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39017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NZIERE Rich Aubret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7261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OLANDO Josias Victoire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5392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KIMBASSA </a:t>
            </a:r>
            <a:r>
              <a:rPr lang="fr-FR" b="1" dirty="0" err="1"/>
              <a:t>Aldie</a:t>
            </a:r>
            <a:endParaRPr lang="fr-FR" b="1" dirty="0"/>
          </a:p>
          <a:p>
            <a:r>
              <a:rPr lang="fr-FR" dirty="0"/>
              <a:t>_________________________________________________</a:t>
            </a:r>
          </a:p>
          <a:p>
            <a:pPr algn="ctr"/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35227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IVONGUELE </a:t>
            </a:r>
            <a:r>
              <a:rPr lang="fr-FR" b="1" dirty="0" err="1"/>
              <a:t>Schadrack</a:t>
            </a:r>
            <a:r>
              <a:rPr lang="fr-FR" b="1" dirty="0"/>
              <a:t>   </a:t>
            </a:r>
            <a:r>
              <a:rPr lang="fr-FR" b="1" dirty="0" err="1"/>
              <a:t>Hardelin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40938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MOUBOUHA Antoine Tony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5196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NGOUISSANI SABY Vall Boubakar </a:t>
            </a:r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96967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LELEKAT BATAMIO </a:t>
            </a:r>
            <a:r>
              <a:rPr lang="fr-FR" b="1" dirty="0" err="1"/>
              <a:t>Theresia</a:t>
            </a:r>
            <a:r>
              <a:rPr lang="fr-FR" b="1" dirty="0"/>
              <a:t> </a:t>
            </a:r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16799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MOUELET MOUANDA Rock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2771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b="1" dirty="0"/>
          </a:p>
          <a:p>
            <a:pPr algn="ctr"/>
            <a:r>
              <a:rPr lang="fr-FR" b="1" dirty="0"/>
              <a:t>KIBA YELEMAMY </a:t>
            </a:r>
            <a:r>
              <a:rPr lang="fr-FR" b="1" dirty="0" err="1"/>
              <a:t>Belvie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5933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GAN GANONGO J’espère </a:t>
            </a:r>
            <a:r>
              <a:rPr lang="fr-FR" b="1" dirty="0" err="1"/>
              <a:t>Hersy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19007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OVAGA Tino Marie Junior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290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ILOKI MISSETETE Deborah Grâce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8751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MABIALA Grâce Servan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01967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MABIALA Yann </a:t>
            </a:r>
            <a:r>
              <a:rPr lang="fr-FR" b="1" dirty="0" err="1"/>
              <a:t>Kelion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831849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NKOUKA </a:t>
            </a:r>
            <a:r>
              <a:rPr lang="fr-FR" b="1" dirty="0" err="1"/>
              <a:t>Merphy</a:t>
            </a:r>
            <a:r>
              <a:rPr lang="fr-FR" b="1" dirty="0"/>
              <a:t> </a:t>
            </a:r>
            <a:r>
              <a:rPr lang="fr-FR" b="1" dirty="0" err="1"/>
              <a:t>Allegresse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57994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DIATSOUIKA Job Sagesse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04962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b="1" dirty="0"/>
          </a:p>
          <a:p>
            <a:pPr algn="ctr"/>
            <a:r>
              <a:rPr lang="fr-FR" b="1" dirty="0"/>
              <a:t>MASSAMBA BOUZOUZI Ben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79773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GOMIS PELETY Rein </a:t>
            </a:r>
            <a:r>
              <a:rPr lang="fr-FR" b="1" dirty="0" err="1"/>
              <a:t>Benie</a:t>
            </a:r>
            <a:r>
              <a:rPr lang="fr-FR" b="1" dirty="0"/>
              <a:t> </a:t>
            </a:r>
            <a:r>
              <a:rPr lang="fr-FR" b="1" dirty="0" err="1"/>
              <a:t>Exhaucée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262855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BAZABA </a:t>
            </a:r>
            <a:r>
              <a:rPr lang="fr-FR" b="1" dirty="0" err="1"/>
              <a:t>Fusca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69221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KIVIKA </a:t>
            </a:r>
            <a:r>
              <a:rPr lang="fr-FR" b="1" dirty="0" err="1"/>
              <a:t>Ismene</a:t>
            </a:r>
            <a:r>
              <a:rPr lang="fr-FR" b="1" dirty="0"/>
              <a:t> Gloria </a:t>
            </a:r>
            <a:r>
              <a:rPr lang="fr-FR" b="1" dirty="0" err="1"/>
              <a:t>Indeo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57015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KAYA BOUINGUI Chris Rijkaard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988808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BOSSELE MADE Magdala Hope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51654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KOULOUFOUA Love Gracia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917096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MOUANDA NGOMA </a:t>
            </a:r>
            <a:r>
              <a:rPr lang="fr-FR" b="1" dirty="0" err="1"/>
              <a:t>Marvy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62517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MEBORD KINSOUNDI Megane Isaac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222624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BASSAFOULA John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67841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OKETE Georges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888457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OUATA Justice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63679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NDZILA Paulin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062451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TWAGIRAYESU Aimée Grâce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30120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NGOMA Bénis Paterne Roméo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821334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YENGO BOBO Christian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279854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MOUYAMBA </a:t>
            </a:r>
            <a:r>
              <a:rPr lang="fr-FR" b="1" dirty="0" err="1"/>
              <a:t>Kani</a:t>
            </a:r>
            <a:r>
              <a:rPr lang="fr-FR" b="1" dirty="0"/>
              <a:t> Emmanuel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80874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MAYELA </a:t>
            </a:r>
            <a:r>
              <a:rPr lang="fr-FR" b="1" dirty="0" err="1"/>
              <a:t>Coeurby</a:t>
            </a:r>
            <a:r>
              <a:rPr lang="fr-FR" b="1" dirty="0"/>
              <a:t> Raphael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74195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BELAUD Cecilia Mariana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62118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NSATOUNKAZI Déo Gracias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26225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KINDOU Gil </a:t>
            </a:r>
            <a:r>
              <a:rPr lang="fr-FR" b="1" dirty="0" err="1"/>
              <a:t>Justhène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326227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BOUKOU Gabriella </a:t>
            </a:r>
            <a:r>
              <a:rPr lang="fr-FR" b="1" dirty="0" err="1"/>
              <a:t>Jesnaure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244138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 err="1"/>
              <a:t>Banzouzi</a:t>
            </a:r>
            <a:r>
              <a:rPr lang="fr-FR" b="1" dirty="0"/>
              <a:t> </a:t>
            </a:r>
            <a:r>
              <a:rPr lang="fr-FR" b="1" dirty="0" err="1"/>
              <a:t>Rych</a:t>
            </a:r>
            <a:r>
              <a:rPr lang="fr-FR" b="1" dirty="0"/>
              <a:t> Belon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64562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Marie Blaise NKOUKA DIAFOUKA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484705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Jean Junior NIYONKURU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91462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Martin INANA 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29837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Mariame OUEDRAOGO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59216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Pacifique ESSEREKE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46027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César TCHIBINDA-LOEMBA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227412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Landry Parfait MOUSSAVOU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149425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Joseph IKOUBOU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1282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NGUINDA-AKANY Christian Ilitch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5481821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REMBA Pierre Marie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3666166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MILONGO MATONGO Francis Stéphane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85026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DIENGUILA Fabrice Wilfrid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96788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BITSIMOU TSALABOKA Auriac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7708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CFB25F87A214FA2E7385F0486B896" ma:contentTypeVersion="13" ma:contentTypeDescription="Create a new document." ma:contentTypeScope="" ma:versionID="4c24761a4c6b47533b32f25160e9efc5">
  <xsd:schema xmlns:xsd="http://www.w3.org/2001/XMLSchema" xmlns:xs="http://www.w3.org/2001/XMLSchema" xmlns:p="http://schemas.microsoft.com/office/2006/metadata/properties" xmlns:ns3="c1f50904-8607-4ba8-9e6f-5858f49c3e0f" xmlns:ns4="4c4e7e09-8f0c-4fd6-a95d-d8a3336315eb" targetNamespace="http://schemas.microsoft.com/office/2006/metadata/properties" ma:root="true" ma:fieldsID="005256143d1e10560b63b491b55a3606" ns3:_="" ns4:_="">
    <xsd:import namespace="c1f50904-8607-4ba8-9e6f-5858f49c3e0f"/>
    <xsd:import namespace="4c4e7e09-8f0c-4fd6-a95d-d8a3336315e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50904-8607-4ba8-9e6f-5858f49c3e0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e7e09-8f0c-4fd6-a95d-d8a3336315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C98825-5DD4-4973-8221-DBFD3133D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50904-8607-4ba8-9e6f-5858f49c3e0f"/>
    <ds:schemaRef ds:uri="4c4e7e09-8f0c-4fd6-a95d-d8a3336315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B82DDA-8575-4A4B-9353-176771F37E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3F4227-6DB9-4423-8162-65C92ADFADCF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1f50904-8607-4ba8-9e6f-5858f49c3e0f"/>
    <ds:schemaRef ds:uri="http://purl.org/dc/terms/"/>
    <ds:schemaRef ds:uri="4c4e7e09-8f0c-4fd6-a95d-d8a3336315e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Certificat Youth Challenge</Template>
  <TotalTime>57</TotalTime>
  <Words>2757</Words>
  <Application>Microsoft Office PowerPoint</Application>
  <PresentationFormat>Widescreen</PresentationFormat>
  <Paragraphs>988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Junior Niyonkuru</dc:creator>
  <cp:lastModifiedBy>Jean Junior Niyonkuru</cp:lastModifiedBy>
  <cp:revision>1</cp:revision>
  <cp:lastPrinted>2020-03-02T10:01:13Z</cp:lastPrinted>
  <dcterms:created xsi:type="dcterms:W3CDTF">2020-03-02T12:43:31Z</dcterms:created>
  <dcterms:modified xsi:type="dcterms:W3CDTF">2020-03-10T07:26:26Z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0x01010094ECFB25F87A214FA2E7385F0486B896</vt:lpwstr>
  </property>
</Properties>
</file>