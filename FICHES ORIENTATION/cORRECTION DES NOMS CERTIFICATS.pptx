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3" r:id="rId5"/>
    <p:sldId id="277" r:id="rId6"/>
    <p:sldId id="281" r:id="rId7"/>
    <p:sldId id="278" r:id="rId8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5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0BBB-F9A3-4E99-8C94-BC8B9FD3B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48B9E-307F-4476-9C5A-22F8736F9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CDD68-B94E-4B33-A929-80190B4C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7609B-CAEB-4125-B8F5-1A32BCDA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C746-D3D9-4DEB-89F0-8D3D77CD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5898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99FB-7AC2-4290-B437-47FCB2E3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0F51C-15E9-4487-BC9D-5706436A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55A76-3F69-44D5-9873-45DDDFC0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6BA4-7F3E-475C-BB1C-1A66FA03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9DC9C-0D10-4CF5-8ECC-DE02CD74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84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6E45-5EEA-488F-9BA0-8D912DEE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8519A-D77C-422C-B627-4F653FE35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26565-4F64-4192-A097-A4F38C52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550DD-8F6E-4D25-B900-998AED86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B4AA0-D716-4B9C-87E4-2211A6CE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27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3685-4ADB-4044-BEE7-7941901A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9EF9E-A984-42F9-BA46-C9C110A83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1BFC8-0926-4B08-92AF-4C71D067B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3CF89-32AF-4CB2-983D-D3AC75AF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BE696-91AE-47DE-B46A-EBC57A08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A8E03-822A-458B-AF5E-3DA8F077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54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80B4-C8E3-444B-BAF7-14A62B565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3A660-0B40-4FBB-BDAC-408B1E373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94534-46FB-4CFD-9C50-1B01714F3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8BF20-089F-46C9-8AB1-89DED178E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73BEDE-DEBD-4FC5-9F1B-D1E2C3148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DA53B0-AE69-4FC4-A40A-2ED1F209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28FC6-A5D6-46AA-A793-8EFE7027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E85BF1-B2EC-45B4-9E6C-69D10DE8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03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5793-682D-4193-936F-B6E3F980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F5DA5-2CF9-4A30-BB52-5023A4E7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A7D9-0B35-4AA3-88C2-7B9958E8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9965F-0482-416B-BCE3-E563DFF8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446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B35E7-6BCE-42CA-BE94-D142A4F9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E8846-09B8-49C3-86AF-C9D9EA71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11A67-5E4A-44B7-BF35-63647F54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64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DE44-27CC-4C43-98C3-5DAF5A76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476BF-E824-4ABC-884F-F9A1E6790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5B8BA-127D-4C8D-9242-21593B7BA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EF135-880A-4AF6-ACE7-5B4FF5A46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36591-087A-41C1-9633-A8D136C4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D565B-84FF-40B4-ACE8-2C1F2BF2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6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7E7C0-B2B4-43C7-AB60-E31B220A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0EA26-1DE8-4B03-A259-4EF17F3FE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E9D2C-57CE-4BD9-B89D-BCA9D9FD4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7E093-EAE6-4ADB-AE6B-A1DA182F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94313-86C3-43F9-9BF1-6863EBA4B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A0580-8B85-4ACE-9E21-644172AC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18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03BC-6AFB-4591-BC76-CD03FA3A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498FD-129B-45E8-95C9-60917F829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D16F4-2F9E-4BE6-84FC-608443F7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AFCDB-FF4F-4034-81E7-4658DAFF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8382-2247-4C61-8DA7-186760C9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27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C9C1A2-5442-4276-B754-FF37ED3BB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C9CCC-5812-44B0-BC54-A8D18BDB3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3E1D-E73A-462F-A5F7-E8FBF540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27988-A242-4771-BD1A-04A623D5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03ED2-34C1-4A03-A8A3-B980C8B9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92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DE98FB-0EC9-4617-BB3A-43A22690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33C9F-7CA5-4F30-ACA2-88C6BA4F7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0E88-7C18-4926-AE86-4D94B88DCE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CC477-4F63-4E0C-BF1B-9D1AC59FC4B0}" type="datetimeFigureOut">
              <a:rPr lang="fr-FR" smtClean="0"/>
              <a:t>10/03/2020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C488A-BDF3-49AE-8675-F5E08AE7E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CAE4A-2DF6-4CC7-83E4-562B5082E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21AAB-E26D-4627-9ADC-F25E2745EA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70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NSATOUNKAZI DEO GRACIAS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2622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KAYA BOUINGUI Chris Rijkaard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98880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MOUANDA NGOMA </a:t>
            </a:r>
            <a:r>
              <a:rPr lang="fr-FR" b="1" dirty="0" err="1"/>
              <a:t>Marvy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6251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BOSSELE MADE Magdala Hope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51654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ECFB25F87A214FA2E7385F0486B896" ma:contentTypeVersion="13" ma:contentTypeDescription="Create a new document." ma:contentTypeScope="" ma:versionID="4c24761a4c6b47533b32f25160e9efc5">
  <xsd:schema xmlns:xsd="http://www.w3.org/2001/XMLSchema" xmlns:xs="http://www.w3.org/2001/XMLSchema" xmlns:p="http://schemas.microsoft.com/office/2006/metadata/properties" xmlns:ns3="c1f50904-8607-4ba8-9e6f-5858f49c3e0f" xmlns:ns4="4c4e7e09-8f0c-4fd6-a95d-d8a3336315eb" targetNamespace="http://schemas.microsoft.com/office/2006/metadata/properties" ma:root="true" ma:fieldsID="005256143d1e10560b63b491b55a3606" ns3:_="" ns4:_="">
    <xsd:import namespace="c1f50904-8607-4ba8-9e6f-5858f49c3e0f"/>
    <xsd:import namespace="4c4e7e09-8f0c-4fd6-a95d-d8a3336315e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50904-8607-4ba8-9e6f-5858f49c3e0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e7e09-8f0c-4fd6-a95d-d8a3336315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3FF6B7-96D1-4D5D-890E-3633DA1E43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f50904-8607-4ba8-9e6f-5858f49c3e0f"/>
    <ds:schemaRef ds:uri="4c4e7e09-8f0c-4fd6-a95d-d8a3336315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ECCF62-5B0B-4FBC-B042-3B69F23026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DC970F-DE90-47EA-8586-7DCB67C95D4C}">
  <ds:schemaRefs>
    <ds:schemaRef ds:uri="http://schemas.microsoft.com/office/2006/metadata/properties"/>
    <ds:schemaRef ds:uri="c1f50904-8607-4ba8-9e6f-5858f49c3e0f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4c4e7e09-8f0c-4fd6-a95d-d8a3336315e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206</Words>
  <Application>Microsoft Office PowerPoint</Application>
  <PresentationFormat>Widescreen</PresentationFormat>
  <Paragraphs>76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Junior Niyonkuru</dc:creator>
  <cp:lastModifiedBy>Jean Junior Niyonkuru</cp:lastModifiedBy>
  <cp:revision>2</cp:revision>
  <cp:lastPrinted>2020-03-10T07:32:12Z</cp:lastPrinted>
  <dcterms:created xsi:type="dcterms:W3CDTF">2020-03-10T07:27:25Z</dcterms:created>
  <dcterms:modified xsi:type="dcterms:W3CDTF">2020-03-10T07:37:00Z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0x01010094ECFB25F87A214FA2E7385F0486B896</vt:lpwstr>
  </property>
</Properties>
</file>