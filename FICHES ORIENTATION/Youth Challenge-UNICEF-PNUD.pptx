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2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2AE94-109F-49EA-BD3A-A301D2C9A4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D2F220-B284-4BC7-846D-7FA5E04501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A61DB-6F91-4672-84C9-2FCBAE226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A002-DFED-4B62-B608-5507CE7B82B2}" type="datetimeFigureOut">
              <a:rPr lang="en-US" smtClean="0"/>
              <a:t>3/19/2019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A1354-169D-4A72-80BA-10E6E62AB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553C-EC79-4780-9B5F-29D0B8B02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934C-5B33-4B0D-88E3-803271ED8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742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D7776-5885-406F-9A36-42FCC34AF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B3D56-B9E3-4FEE-80D8-BAE34BB5B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EBE60-3BA3-4DA4-8796-CBB3DB25E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A002-DFED-4B62-B608-5507CE7B82B2}" type="datetimeFigureOut">
              <a:rPr lang="en-US" smtClean="0"/>
              <a:t>3/19/2019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DD6F0-A5A1-429C-9706-071D1F058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3FB4D-038A-445C-BA29-1632BF7BF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934C-5B33-4B0D-88E3-803271ED8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167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28FC-1150-42A6-9169-4FCD527B4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1EA88-4ABC-46FE-ACF5-D62622F9E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DCFE9-6565-4D0A-99E2-24B482D6B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A002-DFED-4B62-B608-5507CE7B82B2}" type="datetimeFigureOut">
              <a:rPr lang="en-US" smtClean="0"/>
              <a:t>3/19/2019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9F645-FD6A-407E-972D-E9A88062E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07D92-9F6B-4EF9-909D-F226BEE7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934C-5B33-4B0D-88E3-803271ED8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577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4D73F-8CE3-4707-9E9C-ABC921ED9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EAF14-D10F-43F6-97BE-108E817465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7442E8-0601-4E51-ADAF-9A66CB2C56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84CBC9-21FF-4C3D-BFF9-78441BFE1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A002-DFED-4B62-B608-5507CE7B82B2}" type="datetimeFigureOut">
              <a:rPr lang="en-US" smtClean="0"/>
              <a:t>3/19/2019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FD2615-B2BB-4DFC-AE68-E5A0305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770540-E0C7-4B34-810E-56693F7A4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934C-5B33-4B0D-88E3-803271ED8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830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1D602-95AF-4F63-B81F-0E8341C67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230981-AA26-4FBF-BEDC-9434BE869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4A0EDF-DCEC-4C02-BB43-0434F307E9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2D3918-04CC-4F35-84A2-3E7ABEEC3F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B6BDEE-A151-4330-97E4-8FC85EBD5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042C51-713E-4100-A421-2789FF642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A002-DFED-4B62-B608-5507CE7B82B2}" type="datetimeFigureOut">
              <a:rPr lang="en-US" smtClean="0"/>
              <a:t>3/19/2019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7A0E2A-7C57-4491-A6B8-5C800A586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FC08FC-BF23-4411-8358-091AD849E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934C-5B33-4B0D-88E3-803271ED8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507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5D7F6-FF62-41BE-8CCE-3DEE5BF74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143722-763D-40A9-9A77-B639BA480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A002-DFED-4B62-B608-5507CE7B82B2}" type="datetimeFigureOut">
              <a:rPr lang="en-US" smtClean="0"/>
              <a:t>3/19/2019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81D646-FBEB-4C65-BA25-4BDC5B577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DFADC6-E541-4E0E-B5B5-B6AB14D4A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934C-5B33-4B0D-88E3-803271ED8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598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48ACB5-C2C9-4B51-A77D-10A3FD976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A002-DFED-4B62-B608-5507CE7B82B2}" type="datetimeFigureOut">
              <a:rPr lang="en-US" smtClean="0"/>
              <a:t>3/19/2019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F49498-CC24-4356-8823-C75A39CAE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A6A19-4D85-4E35-929D-9F5B52A01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934C-5B33-4B0D-88E3-803271ED8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15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CDBAE-D667-4C87-BC64-066C90D63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DBBD9-2D45-422F-A9B5-1ED7DE015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421EED-4D00-48B4-B136-1F659A677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A7A0CD-4CEE-4596-A8DB-EBCCB8FD0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A002-DFED-4B62-B608-5507CE7B82B2}" type="datetimeFigureOut">
              <a:rPr lang="en-US" smtClean="0"/>
              <a:t>3/19/2019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2FBA11-522B-45BA-B46F-836697700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FC98C-734C-4AD3-A85B-7A613EC4E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934C-5B33-4B0D-88E3-803271ED8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182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D3262-BD62-4487-B045-B24FEA516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60BF3B-EED5-4765-8F03-AAC8EE71DC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B5D0E8-024F-4A5F-B884-CECED7150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27903-789E-4C1A-8DAE-11A8D317C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A002-DFED-4B62-B608-5507CE7B82B2}" type="datetimeFigureOut">
              <a:rPr lang="en-US" smtClean="0"/>
              <a:t>3/19/2019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60EFAF-5D26-48E2-8F20-8930C8735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EDAD1F-93FD-4582-8DB6-793890108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934C-5B33-4B0D-88E3-803271ED8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38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35012-896E-4B43-8694-1B9D26412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B0AF60-AF97-4021-9B05-CBB2CCD200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2E02E-48AA-480F-9037-519D64CE8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A002-DFED-4B62-B608-5507CE7B82B2}" type="datetimeFigureOut">
              <a:rPr lang="en-US" smtClean="0"/>
              <a:t>3/19/2019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1004C-9B43-4ECD-8383-A9D8AEC98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6916F-EDE2-4684-BF19-506D4E7B7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934C-5B33-4B0D-88E3-803271ED8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223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ECC366-1665-45C6-A7E6-4AEDA23968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C2F69E-9D49-4A45-925D-8F44F7B6D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FF44A-FB4F-416B-9FDE-536284E90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A002-DFED-4B62-B608-5507CE7B82B2}" type="datetimeFigureOut">
              <a:rPr lang="en-US" smtClean="0"/>
              <a:t>3/19/2019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11B28-BEB6-41B4-A641-D7000B667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13EAA-4ECC-4A6A-95B5-E324D54F6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934C-5B33-4B0D-88E3-803271ED8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803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0DB69-2E9A-4D44-9D5A-01169AD4D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C2799-A58F-4C0B-8FB7-C4DA82085A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3DCBB-9636-45EC-B796-62FF0D38FA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5A002-DFED-4B62-B608-5507CE7B82B2}" type="datetimeFigureOut">
              <a:rPr lang="en-US" smtClean="0"/>
              <a:t>3/19/2019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A6C77-ACC8-42E4-A824-0132ECD85C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7D185-4075-488C-AC8C-05A9781AD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D1934C-5B33-4B0D-88E3-803271ED8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817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BAVnJVQyCetaQ9TW4UxKNECCu4VGgQzq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oicesofyouth.org/quality-agreement" TargetMode="External"/><Relationship Id="rId2" Type="http://schemas.openxmlformats.org/officeDocument/2006/relationships/hyperlink" Target="https://www.voicesofyouth.org/tools-resource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unicef.org/online-safety/" TargetMode="External"/><Relationship Id="rId5" Type="http://schemas.openxmlformats.org/officeDocument/2006/relationships/hyperlink" Target="https://www.voicesofyouth.org/act/how-stay-safe-online" TargetMode="External"/><Relationship Id="rId4" Type="http://schemas.openxmlformats.org/officeDocument/2006/relationships/hyperlink" Target="https://www.voicesofyouth.org/user-engagement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4F644-9EF3-455F-9521-EA1B6A7A32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6852" y="404608"/>
            <a:ext cx="9144000" cy="1296372"/>
          </a:xfrm>
        </p:spPr>
        <p:txBody>
          <a:bodyPr>
            <a:normAutofit fontScale="90000"/>
          </a:bodyPr>
          <a:lstStyle/>
          <a:p>
            <a:r>
              <a:rPr lang="en-US" dirty="0"/>
              <a:t>Training young people in blogging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E9A7A5-0EF7-4182-9F39-FD7BA16469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76283"/>
            <a:ext cx="9144000" cy="423770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426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9FDE1-759B-42C5-8D43-2814112D0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young people in blogging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26E63-E531-4434-9623-B75FC7A60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NYHQ developed a pack to train young people in blogging over a period of a few weeks 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https://drive.google.com/drive/folders/1BAVnJVQyCetaQ9TW4UxKNECCu4VGgQzq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It can be done in two ways:</a:t>
            </a:r>
          </a:p>
          <a:p>
            <a:r>
              <a:rPr lang="en-US" dirty="0"/>
              <a:t>Remote training via digital platforms</a:t>
            </a:r>
          </a:p>
          <a:p>
            <a:r>
              <a:rPr lang="en-US" dirty="0"/>
              <a:t>In person training </a:t>
            </a:r>
          </a:p>
          <a:p>
            <a:pPr marL="0" indent="0">
              <a:buNone/>
            </a:pPr>
            <a:r>
              <a:rPr lang="en-US" dirty="0"/>
              <a:t>For Congo, it can be challenging to do it online since the access to digital platforms is too limited and costly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 in person might be the best option for Congo</a:t>
            </a:r>
          </a:p>
        </p:txBody>
      </p:sp>
    </p:spTree>
    <p:extLst>
      <p:ext uri="{BB962C8B-B14F-4D97-AF65-F5344CB8AC3E}">
        <p14:creationId xmlns:p14="http://schemas.microsoft.com/office/powerpoint/2010/main" val="1616042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B8924-B172-4206-9A0A-C60AEE4E1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1E79E-9537-4FF1-9885-21CBF0C1C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Characteristics:</a:t>
            </a:r>
          </a:p>
          <a:p>
            <a:r>
              <a:rPr lang="en-US" dirty="0"/>
              <a:t>Time-bound</a:t>
            </a:r>
          </a:p>
          <a:p>
            <a:r>
              <a:rPr lang="en-US" dirty="0"/>
              <a:t>Designed with a mentor and feedback process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Congo office might need a mentor to come and support the process</a:t>
            </a:r>
          </a:p>
        </p:txBody>
      </p:sp>
    </p:spTree>
    <p:extLst>
      <p:ext uri="{BB962C8B-B14F-4D97-AF65-F5344CB8AC3E}">
        <p14:creationId xmlns:p14="http://schemas.microsoft.com/office/powerpoint/2010/main" val="248988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FFB6B-DAF7-49E4-8D57-97164CD94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Voices of youth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44BC0-D9E6-4233-A875-A19E9B9E0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>
                <a:hlinkClick r:id="rId2"/>
              </a:rPr>
              <a:t>Voices of Youth tools &amp; resources for youth media makers</a:t>
            </a:r>
            <a:r>
              <a:rPr lang="en-US" dirty="0"/>
              <a:t>.</a:t>
            </a:r>
          </a:p>
          <a:p>
            <a:r>
              <a:rPr lang="en-US" dirty="0"/>
              <a:t>The Voices of Youth </a:t>
            </a:r>
            <a:r>
              <a:rPr lang="en-US" u="sng" dirty="0">
                <a:hlinkClick r:id="rId3"/>
              </a:rPr>
              <a:t>Quality</a:t>
            </a:r>
            <a:r>
              <a:rPr lang="en-US" dirty="0"/>
              <a:t> and </a:t>
            </a:r>
            <a:r>
              <a:rPr lang="en-US" u="sng" dirty="0">
                <a:hlinkClick r:id="rId4"/>
              </a:rPr>
              <a:t>Engagement guidelines</a:t>
            </a:r>
            <a:endParaRPr lang="en-US" u="sng" dirty="0"/>
          </a:p>
          <a:p>
            <a:r>
              <a:rPr lang="en-US" u="sng" dirty="0">
                <a:hlinkClick r:id="rId5"/>
              </a:rPr>
              <a:t>‘how to’ on staying safe online</a:t>
            </a:r>
            <a:r>
              <a:rPr lang="en-US" dirty="0"/>
              <a:t> on VOY in all 4 languages (aligned to </a:t>
            </a:r>
            <a:r>
              <a:rPr lang="en-US" u="sng" dirty="0">
                <a:hlinkClick r:id="rId6"/>
              </a:rPr>
              <a:t>this section on unicef.org</a:t>
            </a:r>
            <a:endParaRPr lang="en-US" u="sng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119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0CFF2-3D36-4335-91D3-D7F799179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identify bloggers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F2253-399B-4731-A8FE-9D98D5213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At the global level, they put out a public call ( between 2 and 5 thousands entries depending on how many languages)</a:t>
            </a:r>
          </a:p>
          <a:p>
            <a:r>
              <a:rPr lang="en-US" dirty="0" err="1"/>
              <a:t>Eg</a:t>
            </a:r>
            <a:r>
              <a:rPr lang="en-US" dirty="0"/>
              <a:t>:</a:t>
            </a:r>
          </a:p>
          <a:p>
            <a:r>
              <a:rPr lang="en-US" dirty="0"/>
              <a:t>Cambodia: open call</a:t>
            </a:r>
          </a:p>
          <a:p>
            <a:r>
              <a:rPr lang="en-US" dirty="0"/>
              <a:t>Somalia: reached out specific universities</a:t>
            </a:r>
          </a:p>
          <a:p>
            <a:pPr marL="0" indent="0">
              <a:buNone/>
            </a:pPr>
            <a:r>
              <a:rPr lang="en-US" dirty="0"/>
              <a:t>The approach depends on the countries context</a:t>
            </a:r>
          </a:p>
          <a:p>
            <a:pPr marL="0" indent="0">
              <a:buNone/>
            </a:pPr>
            <a:r>
              <a:rPr lang="en-US" dirty="0"/>
              <a:t>NB: Time commitment has always been a challenge for young people</a:t>
            </a:r>
          </a:p>
          <a:p>
            <a:pPr marL="0" indent="0">
              <a:buNone/>
            </a:pPr>
            <a:r>
              <a:rPr lang="en-US" dirty="0"/>
              <a:t>Congo has the opportunity to use young people in school clubs or </a:t>
            </a:r>
            <a:r>
              <a:rPr lang="en-US" dirty="0" err="1"/>
              <a:t>espace</a:t>
            </a:r>
            <a:r>
              <a:rPr lang="en-US" dirty="0"/>
              <a:t> </a:t>
            </a:r>
            <a:r>
              <a:rPr lang="en-US" dirty="0" err="1"/>
              <a:t>jarrot</a:t>
            </a:r>
            <a:r>
              <a:rPr lang="en-US" dirty="0"/>
              <a:t> which are platforms that UNICEF Congo has already worked together with.</a:t>
            </a:r>
          </a:p>
        </p:txBody>
      </p:sp>
    </p:spTree>
    <p:extLst>
      <p:ext uri="{BB962C8B-B14F-4D97-AF65-F5344CB8AC3E}">
        <p14:creationId xmlns:p14="http://schemas.microsoft.com/office/powerpoint/2010/main" val="554928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241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Training young people in blogging </vt:lpstr>
      <vt:lpstr>Training young people in blogging </vt:lpstr>
      <vt:lpstr>PowerPoint Presentation</vt:lpstr>
      <vt:lpstr>Voices of youth resources</vt:lpstr>
      <vt:lpstr>How to identify bloggers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Training young people in blogging</dc:title>
  <dc:creator>Jean Junior Niyonkuru</dc:creator>
  <cp:lastModifiedBy>Jean Junior Niyonkuru</cp:lastModifiedBy>
  <cp:revision>6</cp:revision>
  <dcterms:created xsi:type="dcterms:W3CDTF">2019-03-19T09:11:21Z</dcterms:created>
  <dcterms:modified xsi:type="dcterms:W3CDTF">2019-03-19T10:27:49Z</dcterms:modified>
</cp:coreProperties>
</file>